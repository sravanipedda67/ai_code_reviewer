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10A4A7-667E-4B9D-BBC3-99F87B4881F8}" v="47" dt="2026-03-22T15:04:01.3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41" d="100"/>
          <a:sy n="41" d="100"/>
        </p:scale>
        <p:origin x="796" y="4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i Kumar" userId="4ab2a088a1818bfd" providerId="LiveId" clId="{B989588E-DEED-4E32-89B0-BDA94329E948}"/>
    <pc:docChg chg="undo custSel addSld modSld">
      <pc:chgData name="Mani Kumar" userId="4ab2a088a1818bfd" providerId="LiveId" clId="{B989588E-DEED-4E32-89B0-BDA94329E948}" dt="2026-03-22T15:04:21.285" v="258" actId="207"/>
      <pc:docMkLst>
        <pc:docMk/>
      </pc:docMkLst>
      <pc:sldChg chg="addSp modSp mod modAnim">
        <pc:chgData name="Mani Kumar" userId="4ab2a088a1818bfd" providerId="LiveId" clId="{B989588E-DEED-4E32-89B0-BDA94329E948}" dt="2026-03-22T15:04:21.285" v="258" actId="207"/>
        <pc:sldMkLst>
          <pc:docMk/>
          <pc:sldMk cId="339583194" sldId="256"/>
        </pc:sldMkLst>
        <pc:spChg chg="mod">
          <ac:chgData name="Mani Kumar" userId="4ab2a088a1818bfd" providerId="LiveId" clId="{B989588E-DEED-4E32-89B0-BDA94329E948}" dt="2026-03-22T15:04:03.009" v="256" actId="1076"/>
          <ac:spMkLst>
            <pc:docMk/>
            <pc:sldMk cId="339583194" sldId="256"/>
            <ac:spMk id="2" creationId="{A9EF883F-792A-3493-0822-DC0D993D2DF6}"/>
          </ac:spMkLst>
        </pc:spChg>
        <pc:spChg chg="mod">
          <ac:chgData name="Mani Kumar" userId="4ab2a088a1818bfd" providerId="LiveId" clId="{B989588E-DEED-4E32-89B0-BDA94329E948}" dt="2026-03-22T15:04:21.285" v="258" actId="207"/>
          <ac:spMkLst>
            <pc:docMk/>
            <pc:sldMk cId="339583194" sldId="256"/>
            <ac:spMk id="8" creationId="{EB96B969-787A-262C-A015-681ED22A3DCE}"/>
          </ac:spMkLst>
        </pc:spChg>
        <pc:picChg chg="add mod">
          <ac:chgData name="Mani Kumar" userId="4ab2a088a1818bfd" providerId="LiveId" clId="{B989588E-DEED-4E32-89B0-BDA94329E948}" dt="2026-03-22T15:04:01.079" v="252" actId="14100"/>
          <ac:picMkLst>
            <pc:docMk/>
            <pc:sldMk cId="339583194" sldId="256"/>
            <ac:picMk id="11" creationId="{77712239-FB75-9258-7872-4D1AF35F06BA}"/>
          </ac:picMkLst>
        </pc:picChg>
      </pc:sldChg>
      <pc:sldChg chg="addSp modSp new mod">
        <pc:chgData name="Mani Kumar" userId="4ab2a088a1818bfd" providerId="LiveId" clId="{B989588E-DEED-4E32-89B0-BDA94329E948}" dt="2026-03-22T06:11:10.437" v="12" actId="1076"/>
        <pc:sldMkLst>
          <pc:docMk/>
          <pc:sldMk cId="1480087134" sldId="258"/>
        </pc:sldMkLst>
        <pc:spChg chg="add mod">
          <ac:chgData name="Mani Kumar" userId="4ab2a088a1818bfd" providerId="LiveId" clId="{B989588E-DEED-4E32-89B0-BDA94329E948}" dt="2026-03-22T06:11:04.857" v="11" actId="1076"/>
          <ac:spMkLst>
            <pc:docMk/>
            <pc:sldMk cId="1480087134" sldId="258"/>
            <ac:spMk id="3" creationId="{B800C57F-D203-D5FE-983A-81EFEFAFB74A}"/>
          </ac:spMkLst>
        </pc:spChg>
        <pc:spChg chg="add mod">
          <ac:chgData name="Mani Kumar" userId="4ab2a088a1818bfd" providerId="LiveId" clId="{B989588E-DEED-4E32-89B0-BDA94329E948}" dt="2026-03-22T06:11:10.437" v="12" actId="1076"/>
          <ac:spMkLst>
            <pc:docMk/>
            <pc:sldMk cId="1480087134" sldId="258"/>
            <ac:spMk id="5" creationId="{BBC2B870-FCF5-BEC3-7587-F948C66DD8A8}"/>
          </ac:spMkLst>
        </pc:spChg>
      </pc:sldChg>
      <pc:sldChg chg="addSp modSp new mod">
        <pc:chgData name="Mani Kumar" userId="4ab2a088a1818bfd" providerId="LiveId" clId="{B989588E-DEED-4E32-89B0-BDA94329E948}" dt="2026-03-22T14:04:02.476" v="52" actId="20577"/>
        <pc:sldMkLst>
          <pc:docMk/>
          <pc:sldMk cId="2932195861" sldId="259"/>
        </pc:sldMkLst>
        <pc:spChg chg="add mod">
          <ac:chgData name="Mani Kumar" userId="4ab2a088a1818bfd" providerId="LiveId" clId="{B989588E-DEED-4E32-89B0-BDA94329E948}" dt="2026-03-22T14:04:02.476" v="52" actId="20577"/>
          <ac:spMkLst>
            <pc:docMk/>
            <pc:sldMk cId="2932195861" sldId="259"/>
            <ac:spMk id="3" creationId="{F60AE970-BF65-6E81-F851-82BA561DA4C0}"/>
          </ac:spMkLst>
        </pc:spChg>
        <pc:spChg chg="add mod">
          <ac:chgData name="Mani Kumar" userId="4ab2a088a1818bfd" providerId="LiveId" clId="{B989588E-DEED-4E32-89B0-BDA94329E948}" dt="2026-03-22T14:02:46.314" v="45" actId="255"/>
          <ac:spMkLst>
            <pc:docMk/>
            <pc:sldMk cId="2932195861" sldId="259"/>
            <ac:spMk id="5" creationId="{F865BDF4-FCB2-7AF5-0EC7-0B234CFF93DC}"/>
          </ac:spMkLst>
        </pc:spChg>
        <pc:picChg chg="add mod">
          <ac:chgData name="Mani Kumar" userId="4ab2a088a1818bfd" providerId="LiveId" clId="{B989588E-DEED-4E32-89B0-BDA94329E948}" dt="2026-03-22T14:03:40.356" v="48" actId="14100"/>
          <ac:picMkLst>
            <pc:docMk/>
            <pc:sldMk cId="2932195861" sldId="259"/>
            <ac:picMk id="1026" creationId="{3B307AA6-63D8-C95F-B5C4-BB8437FCC26D}"/>
          </ac:picMkLst>
        </pc:picChg>
      </pc:sldChg>
      <pc:sldChg chg="addSp modSp new mod">
        <pc:chgData name="Mani Kumar" userId="4ab2a088a1818bfd" providerId="LiveId" clId="{B989588E-DEED-4E32-89B0-BDA94329E948}" dt="2026-03-22T14:27:44.577" v="81" actId="14100"/>
        <pc:sldMkLst>
          <pc:docMk/>
          <pc:sldMk cId="46246615" sldId="260"/>
        </pc:sldMkLst>
        <pc:spChg chg="add mod">
          <ac:chgData name="Mani Kumar" userId="4ab2a088a1818bfd" providerId="LiveId" clId="{B989588E-DEED-4E32-89B0-BDA94329E948}" dt="2026-03-22T14:27:44.577" v="81" actId="14100"/>
          <ac:spMkLst>
            <pc:docMk/>
            <pc:sldMk cId="46246615" sldId="260"/>
            <ac:spMk id="3" creationId="{B61A5FF3-471A-1D54-308B-DF53B6490DED}"/>
          </ac:spMkLst>
        </pc:spChg>
        <pc:spChg chg="add mod">
          <ac:chgData name="Mani Kumar" userId="4ab2a088a1818bfd" providerId="LiveId" clId="{B989588E-DEED-4E32-89B0-BDA94329E948}" dt="2026-03-22T14:27:12.703" v="64" actId="1076"/>
          <ac:spMkLst>
            <pc:docMk/>
            <pc:sldMk cId="46246615" sldId="260"/>
            <ac:spMk id="5" creationId="{108D2BEE-30C3-AA2B-BD75-E033645AB253}"/>
          </ac:spMkLst>
        </pc:spChg>
      </pc:sldChg>
      <pc:sldChg chg="addSp modSp new mod">
        <pc:chgData name="Mani Kumar" userId="4ab2a088a1818bfd" providerId="LiveId" clId="{B989588E-DEED-4E32-89B0-BDA94329E948}" dt="2026-03-22T14:30:11.061" v="97" actId="14100"/>
        <pc:sldMkLst>
          <pc:docMk/>
          <pc:sldMk cId="1382054004" sldId="261"/>
        </pc:sldMkLst>
        <pc:spChg chg="add mod">
          <ac:chgData name="Mani Kumar" userId="4ab2a088a1818bfd" providerId="LiveId" clId="{B989588E-DEED-4E32-89B0-BDA94329E948}" dt="2026-03-22T14:29:04.907" v="93" actId="20577"/>
          <ac:spMkLst>
            <pc:docMk/>
            <pc:sldMk cId="1382054004" sldId="261"/>
            <ac:spMk id="3" creationId="{4932889B-E8AE-02D5-D643-F6F75E3A4F0E}"/>
          </ac:spMkLst>
        </pc:spChg>
        <pc:spChg chg="add mod">
          <ac:chgData name="Mani Kumar" userId="4ab2a088a1818bfd" providerId="LiveId" clId="{B989588E-DEED-4E32-89B0-BDA94329E948}" dt="2026-03-22T14:30:11.061" v="97" actId="14100"/>
          <ac:spMkLst>
            <pc:docMk/>
            <pc:sldMk cId="1382054004" sldId="261"/>
            <ac:spMk id="5" creationId="{AB3C6FB3-C3CE-5FF1-DB56-D9CC0914FF87}"/>
          </ac:spMkLst>
        </pc:spChg>
      </pc:sldChg>
      <pc:sldChg chg="addSp modSp new mod">
        <pc:chgData name="Mani Kumar" userId="4ab2a088a1818bfd" providerId="LiveId" clId="{B989588E-DEED-4E32-89B0-BDA94329E948}" dt="2026-03-22T14:33:51.404" v="112" actId="1076"/>
        <pc:sldMkLst>
          <pc:docMk/>
          <pc:sldMk cId="3602754877" sldId="262"/>
        </pc:sldMkLst>
        <pc:spChg chg="add mod">
          <ac:chgData name="Mani Kumar" userId="4ab2a088a1818bfd" providerId="LiveId" clId="{B989588E-DEED-4E32-89B0-BDA94329E948}" dt="2026-03-22T14:30:51.726" v="104" actId="20577"/>
          <ac:spMkLst>
            <pc:docMk/>
            <pc:sldMk cId="3602754877" sldId="262"/>
            <ac:spMk id="3" creationId="{CD32F642-C8E2-6369-30C1-FB38B963C9D1}"/>
          </ac:spMkLst>
        </pc:spChg>
        <pc:spChg chg="add">
          <ac:chgData name="Mani Kumar" userId="4ab2a088a1818bfd" providerId="LiveId" clId="{B989588E-DEED-4E32-89B0-BDA94329E948}" dt="2026-03-22T14:32:37.473" v="105"/>
          <ac:spMkLst>
            <pc:docMk/>
            <pc:sldMk cId="3602754877" sldId="262"/>
            <ac:spMk id="4" creationId="{CE8A71B1-5EB2-08C3-0D67-BD047E3F024C}"/>
          </ac:spMkLst>
        </pc:spChg>
        <pc:spChg chg="add mod">
          <ac:chgData name="Mani Kumar" userId="4ab2a088a1818bfd" providerId="LiveId" clId="{B989588E-DEED-4E32-89B0-BDA94329E948}" dt="2026-03-22T14:33:26.986" v="110" actId="1076"/>
          <ac:spMkLst>
            <pc:docMk/>
            <pc:sldMk cId="3602754877" sldId="262"/>
            <ac:spMk id="5" creationId="{C3E025E4-B039-01F4-A64B-17C1C6E12389}"/>
          </ac:spMkLst>
        </pc:spChg>
        <pc:picChg chg="add mod">
          <ac:chgData name="Mani Kumar" userId="4ab2a088a1818bfd" providerId="LiveId" clId="{B989588E-DEED-4E32-89B0-BDA94329E948}" dt="2026-03-22T14:33:51.404" v="112" actId="1076"/>
          <ac:picMkLst>
            <pc:docMk/>
            <pc:sldMk cId="3602754877" sldId="262"/>
            <ac:picMk id="2052" creationId="{A09920FD-5131-47F8-F1D9-ECE20DAA6138}"/>
          </ac:picMkLst>
        </pc:picChg>
      </pc:sldChg>
      <pc:sldChg chg="addSp modSp new mod">
        <pc:chgData name="Mani Kumar" userId="4ab2a088a1818bfd" providerId="LiveId" clId="{B989588E-DEED-4E32-89B0-BDA94329E948}" dt="2026-03-22T14:37:40.628" v="134" actId="20577"/>
        <pc:sldMkLst>
          <pc:docMk/>
          <pc:sldMk cId="3378136921" sldId="263"/>
        </pc:sldMkLst>
        <pc:spChg chg="add mod">
          <ac:chgData name="Mani Kumar" userId="4ab2a088a1818bfd" providerId="LiveId" clId="{B989588E-DEED-4E32-89B0-BDA94329E948}" dt="2026-03-22T14:37:34.849" v="133" actId="1076"/>
          <ac:spMkLst>
            <pc:docMk/>
            <pc:sldMk cId="3378136921" sldId="263"/>
            <ac:spMk id="2" creationId="{095245B4-A89F-BA47-DA03-1DF7F9261351}"/>
          </ac:spMkLst>
        </pc:spChg>
        <pc:spChg chg="add mod">
          <ac:chgData name="Mani Kumar" userId="4ab2a088a1818bfd" providerId="LiveId" clId="{B989588E-DEED-4E32-89B0-BDA94329E948}" dt="2026-03-22T14:37:40.628" v="134" actId="20577"/>
          <ac:spMkLst>
            <pc:docMk/>
            <pc:sldMk cId="3378136921" sldId="263"/>
            <ac:spMk id="4" creationId="{6A77BA50-F43B-8916-A2AC-4673639EF399}"/>
          </ac:spMkLst>
        </pc:spChg>
      </pc:sldChg>
      <pc:sldChg chg="addSp modSp new mod">
        <pc:chgData name="Mani Kumar" userId="4ab2a088a1818bfd" providerId="LiveId" clId="{B989588E-DEED-4E32-89B0-BDA94329E948}" dt="2026-03-22T14:47:13.390" v="170" actId="1076"/>
        <pc:sldMkLst>
          <pc:docMk/>
          <pc:sldMk cId="1576889457" sldId="264"/>
        </pc:sldMkLst>
        <pc:picChg chg="add mod">
          <ac:chgData name="Mani Kumar" userId="4ab2a088a1818bfd" providerId="LiveId" clId="{B989588E-DEED-4E32-89B0-BDA94329E948}" dt="2026-03-22T14:47:13.390" v="170" actId="1076"/>
          <ac:picMkLst>
            <pc:docMk/>
            <pc:sldMk cId="1576889457" sldId="264"/>
            <ac:picMk id="2" creationId="{0AD10091-6173-1D01-759F-97DF4CE8A85C}"/>
          </ac:picMkLst>
        </pc:picChg>
      </pc:sldChg>
      <pc:sldChg chg="addSp modSp new mod">
        <pc:chgData name="Mani Kumar" userId="4ab2a088a1818bfd" providerId="LiveId" clId="{B989588E-DEED-4E32-89B0-BDA94329E948}" dt="2026-03-22T14:45:20.443" v="146" actId="14100"/>
        <pc:sldMkLst>
          <pc:docMk/>
          <pc:sldMk cId="3333078021" sldId="265"/>
        </pc:sldMkLst>
        <pc:picChg chg="add mod">
          <ac:chgData name="Mani Kumar" userId="4ab2a088a1818bfd" providerId="LiveId" clId="{B989588E-DEED-4E32-89B0-BDA94329E948}" dt="2026-03-22T14:45:20.443" v="146" actId="14100"/>
          <ac:picMkLst>
            <pc:docMk/>
            <pc:sldMk cId="3333078021" sldId="265"/>
            <ac:picMk id="2" creationId="{7CFB2E66-348B-2ECF-0B16-C649B111EC4D}"/>
          </ac:picMkLst>
        </pc:picChg>
      </pc:sldChg>
      <pc:sldChg chg="addSp modSp new mod">
        <pc:chgData name="Mani Kumar" userId="4ab2a088a1818bfd" providerId="LiveId" clId="{B989588E-DEED-4E32-89B0-BDA94329E948}" dt="2026-03-22T14:45:51.581" v="152" actId="14100"/>
        <pc:sldMkLst>
          <pc:docMk/>
          <pc:sldMk cId="142147952" sldId="266"/>
        </pc:sldMkLst>
        <pc:picChg chg="add mod">
          <ac:chgData name="Mani Kumar" userId="4ab2a088a1818bfd" providerId="LiveId" clId="{B989588E-DEED-4E32-89B0-BDA94329E948}" dt="2026-03-22T14:45:51.581" v="152" actId="14100"/>
          <ac:picMkLst>
            <pc:docMk/>
            <pc:sldMk cId="142147952" sldId="266"/>
            <ac:picMk id="2" creationId="{877035BC-08F7-FE65-B3D0-0DEECEBDCD74}"/>
          </ac:picMkLst>
        </pc:picChg>
      </pc:sldChg>
      <pc:sldChg chg="addSp modSp new mod">
        <pc:chgData name="Mani Kumar" userId="4ab2a088a1818bfd" providerId="LiveId" clId="{B989588E-DEED-4E32-89B0-BDA94329E948}" dt="2026-03-22T14:46:18.334" v="158" actId="14100"/>
        <pc:sldMkLst>
          <pc:docMk/>
          <pc:sldMk cId="419653644" sldId="267"/>
        </pc:sldMkLst>
        <pc:picChg chg="add mod">
          <ac:chgData name="Mani Kumar" userId="4ab2a088a1818bfd" providerId="LiveId" clId="{B989588E-DEED-4E32-89B0-BDA94329E948}" dt="2026-03-22T14:46:18.334" v="158" actId="14100"/>
          <ac:picMkLst>
            <pc:docMk/>
            <pc:sldMk cId="419653644" sldId="267"/>
            <ac:picMk id="2" creationId="{05AEF6C1-39B8-5C12-0F0A-EBB92D5A7EA9}"/>
          </ac:picMkLst>
        </pc:picChg>
      </pc:sldChg>
      <pc:sldChg chg="addSp modSp new mod">
        <pc:chgData name="Mani Kumar" userId="4ab2a088a1818bfd" providerId="LiveId" clId="{B989588E-DEED-4E32-89B0-BDA94329E948}" dt="2026-03-22T14:47:01.887" v="168" actId="1076"/>
        <pc:sldMkLst>
          <pc:docMk/>
          <pc:sldMk cId="2245259858" sldId="268"/>
        </pc:sldMkLst>
        <pc:picChg chg="add mod">
          <ac:chgData name="Mani Kumar" userId="4ab2a088a1818bfd" providerId="LiveId" clId="{B989588E-DEED-4E32-89B0-BDA94329E948}" dt="2026-03-22T14:47:01.887" v="168" actId="1076"/>
          <ac:picMkLst>
            <pc:docMk/>
            <pc:sldMk cId="2245259858" sldId="268"/>
            <ac:picMk id="2" creationId="{E2839C84-C9A0-54C3-1635-44A6646550C9}"/>
          </ac:picMkLst>
        </pc:picChg>
      </pc:sldChg>
      <pc:sldChg chg="addSp modSp new mod">
        <pc:chgData name="Mani Kumar" userId="4ab2a088a1818bfd" providerId="LiveId" clId="{B989588E-DEED-4E32-89B0-BDA94329E948}" dt="2026-03-22T14:49:58.144" v="187" actId="14100"/>
        <pc:sldMkLst>
          <pc:docMk/>
          <pc:sldMk cId="2993159270" sldId="269"/>
        </pc:sldMkLst>
        <pc:spChg chg="add mod">
          <ac:chgData name="Mani Kumar" userId="4ab2a088a1818bfd" providerId="LiveId" clId="{B989588E-DEED-4E32-89B0-BDA94329E948}" dt="2026-03-22T14:49:27.848" v="179" actId="1076"/>
          <ac:spMkLst>
            <pc:docMk/>
            <pc:sldMk cId="2993159270" sldId="269"/>
            <ac:spMk id="3" creationId="{82FE8225-32BB-5E79-3DAD-1000A58E9D7B}"/>
          </ac:spMkLst>
        </pc:spChg>
        <pc:spChg chg="add mod">
          <ac:chgData name="Mani Kumar" userId="4ab2a088a1818bfd" providerId="LiveId" clId="{B989588E-DEED-4E32-89B0-BDA94329E948}" dt="2026-03-22T14:49:58.144" v="187" actId="14100"/>
          <ac:spMkLst>
            <pc:docMk/>
            <pc:sldMk cId="2993159270" sldId="269"/>
            <ac:spMk id="5" creationId="{F2C325F7-0F3F-E435-FF38-DBDB4180ECD7}"/>
          </ac:spMkLst>
        </pc:spChg>
      </pc:sldChg>
      <pc:sldChg chg="addSp modSp new mod">
        <pc:chgData name="Mani Kumar" userId="4ab2a088a1818bfd" providerId="LiveId" clId="{B989588E-DEED-4E32-89B0-BDA94329E948}" dt="2026-03-22T14:55:21.367" v="211" actId="14100"/>
        <pc:sldMkLst>
          <pc:docMk/>
          <pc:sldMk cId="3962191526" sldId="270"/>
        </pc:sldMkLst>
        <pc:spChg chg="add mod">
          <ac:chgData name="Mani Kumar" userId="4ab2a088a1818bfd" providerId="LiveId" clId="{B989588E-DEED-4E32-89B0-BDA94329E948}" dt="2026-03-22T14:52:44.838" v="200" actId="1076"/>
          <ac:spMkLst>
            <pc:docMk/>
            <pc:sldMk cId="3962191526" sldId="270"/>
            <ac:spMk id="3" creationId="{0AEB335E-1B65-D7B6-47CE-855C6509C8EB}"/>
          </ac:spMkLst>
        </pc:spChg>
        <pc:spChg chg="add mod">
          <ac:chgData name="Mani Kumar" userId="4ab2a088a1818bfd" providerId="LiveId" clId="{B989588E-DEED-4E32-89B0-BDA94329E948}" dt="2026-03-22T14:55:10.909" v="208" actId="14100"/>
          <ac:spMkLst>
            <pc:docMk/>
            <pc:sldMk cId="3962191526" sldId="270"/>
            <ac:spMk id="5" creationId="{A205A9B5-ED3F-D1DC-B0A4-AC134C62D2E8}"/>
          </ac:spMkLst>
        </pc:spChg>
        <pc:picChg chg="add mod">
          <ac:chgData name="Mani Kumar" userId="4ab2a088a1818bfd" providerId="LiveId" clId="{B989588E-DEED-4E32-89B0-BDA94329E948}" dt="2026-03-22T14:55:21.367" v="211" actId="14100"/>
          <ac:picMkLst>
            <pc:docMk/>
            <pc:sldMk cId="3962191526" sldId="270"/>
            <ac:picMk id="4098" creationId="{BC205576-4797-481C-B586-E3D089AAE7BA}"/>
          </ac:picMkLst>
        </pc:picChg>
      </pc:sldChg>
      <pc:sldChg chg="addSp modSp new mod">
        <pc:chgData name="Mani Kumar" userId="4ab2a088a1818bfd" providerId="LiveId" clId="{B989588E-DEED-4E32-89B0-BDA94329E948}" dt="2026-03-22T14:57:05.466" v="220" actId="207"/>
        <pc:sldMkLst>
          <pc:docMk/>
          <pc:sldMk cId="1603878080" sldId="271"/>
        </pc:sldMkLst>
        <pc:spChg chg="add mod">
          <ac:chgData name="Mani Kumar" userId="4ab2a088a1818bfd" providerId="LiveId" clId="{B989588E-DEED-4E32-89B0-BDA94329E948}" dt="2026-03-22T14:57:05.466" v="220" actId="207"/>
          <ac:spMkLst>
            <pc:docMk/>
            <pc:sldMk cId="1603878080" sldId="271"/>
            <ac:spMk id="3" creationId="{600163B8-B185-DB48-B4CA-81278476012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835979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3714653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2602937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BB656C9-9C6F-4ED9-AD4F-3244557EE677}" type="datetimeFigureOut">
              <a:rPr lang="en-IN" smtClean="0"/>
              <a:t>22-03-2026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2922922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B656C9-9C6F-4ED9-AD4F-3244557EE677}" type="datetimeFigureOut">
              <a:rPr lang="en-IN" smtClean="0"/>
              <a:t>22-03-2026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1352839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BB656C9-9C6F-4ED9-AD4F-3244557EE677}" type="datetimeFigureOut">
              <a:rPr lang="en-IN" smtClean="0"/>
              <a:t>22-03-2026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524400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B656C9-9C6F-4ED9-AD4F-3244557EE677}" type="datetimeFigureOut">
              <a:rPr lang="en-IN" smtClean="0"/>
              <a:t>22-03-2026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324734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B656C9-9C6F-4ED9-AD4F-3244557EE677}" type="datetimeFigureOut">
              <a:rPr lang="en-IN" smtClean="0"/>
              <a:t>22-03-2026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3055694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BB656C9-9C6F-4ED9-AD4F-3244557EE677}" type="datetimeFigureOut">
              <a:rPr lang="en-IN" smtClean="0"/>
              <a:t>22-03-2026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1185794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3864450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11169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697718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57742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32542074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10249179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B656C9-9C6F-4ED9-AD4F-3244557EE677}" type="datetimeFigureOut">
              <a:rPr lang="en-IN" smtClean="0"/>
              <a:t>22-03-2026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C1D9541-8DAB-4FEF-85FA-271392A03F45}" type="slidenum">
              <a:rPr lang="en-IN" smtClean="0"/>
              <a:t>‹#›</a:t>
            </a:fld>
            <a:endParaRPr lang="en-IN"/>
          </a:p>
        </p:txBody>
      </p:sp>
    </p:spTree>
    <p:extLst>
      <p:ext uri="{BB962C8B-B14F-4D97-AF65-F5344CB8AC3E}">
        <p14:creationId xmlns:p14="http://schemas.microsoft.com/office/powerpoint/2010/main" val="4277346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B656C9-9C6F-4ED9-AD4F-3244557EE677}" type="datetimeFigureOut">
              <a:rPr lang="en-IN" smtClean="0"/>
              <a:t>22-03-2026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3C1D9541-8DAB-4FEF-85FA-271392A03F45}" type="slidenum">
              <a:rPr lang="en-IN" smtClean="0"/>
              <a:t>‹#›</a:t>
            </a:fld>
            <a:endParaRPr lang="en-IN"/>
          </a:p>
        </p:txBody>
      </p:sp>
    </p:spTree>
    <p:extLst>
      <p:ext uri="{BB962C8B-B14F-4D97-AF65-F5344CB8AC3E}">
        <p14:creationId xmlns:p14="http://schemas.microsoft.com/office/powerpoint/2010/main" val="2013507116"/>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F883F-792A-3493-0822-DC0D993D2DF6}"/>
              </a:ext>
            </a:extLst>
          </p:cNvPr>
          <p:cNvSpPr>
            <a:spLocks noGrp="1"/>
          </p:cNvSpPr>
          <p:nvPr>
            <p:ph type="ctrTitle"/>
          </p:nvPr>
        </p:nvSpPr>
        <p:spPr>
          <a:xfrm>
            <a:off x="1507067" y="315686"/>
            <a:ext cx="7255933" cy="1394582"/>
          </a:xfrm>
        </p:spPr>
        <p:txBody>
          <a:bodyPr/>
          <a:lstStyle/>
          <a:p>
            <a:r>
              <a:rPr lang="en-US" u="sng" dirty="0">
                <a:solidFill>
                  <a:schemeClr val="bg2">
                    <a:lumMod val="10000"/>
                  </a:schemeClr>
                </a:solidFill>
              </a:rPr>
              <a:t>AI CODE REVIEWER</a:t>
            </a:r>
            <a:endParaRPr lang="en-IN" u="sng" dirty="0">
              <a:solidFill>
                <a:schemeClr val="bg2">
                  <a:lumMod val="10000"/>
                </a:schemeClr>
              </a:solidFill>
            </a:endParaRPr>
          </a:p>
        </p:txBody>
      </p:sp>
      <p:sp>
        <p:nvSpPr>
          <p:cNvPr id="8" name="Subtitle 5">
            <a:extLst>
              <a:ext uri="{FF2B5EF4-FFF2-40B4-BE49-F238E27FC236}">
                <a16:creationId xmlns:a16="http://schemas.microsoft.com/office/drawing/2014/main" id="{EB96B969-787A-262C-A015-681ED22A3DCE}"/>
              </a:ext>
            </a:extLst>
          </p:cNvPr>
          <p:cNvSpPr>
            <a:spLocks noGrp="1"/>
          </p:cNvSpPr>
          <p:nvPr>
            <p:ph type="subTitle" idx="1"/>
          </p:nvPr>
        </p:nvSpPr>
        <p:spPr>
          <a:xfrm>
            <a:off x="1506538" y="2116476"/>
            <a:ext cx="7767637" cy="3031787"/>
          </a:xfrm>
        </p:spPr>
        <p:txBody>
          <a:bodyPr>
            <a:noAutofit/>
          </a:bodyPr>
          <a:lstStyle/>
          <a:p>
            <a:pPr algn="ctr"/>
            <a:r>
              <a:rPr lang="en-US" sz="3200" dirty="0"/>
              <a:t>       </a:t>
            </a:r>
            <a:r>
              <a:rPr lang="en-US" sz="3200" dirty="0">
                <a:solidFill>
                  <a:schemeClr val="accent6">
                    <a:lumMod val="75000"/>
                  </a:schemeClr>
                </a:solidFill>
              </a:rPr>
              <a:t>Input Code -&gt; AI:</a:t>
            </a:r>
            <a:br>
              <a:rPr lang="en-US" sz="3200" dirty="0">
                <a:solidFill>
                  <a:schemeClr val="accent6">
                    <a:lumMod val="75000"/>
                  </a:schemeClr>
                </a:solidFill>
              </a:rPr>
            </a:br>
            <a:r>
              <a:rPr lang="en-US" sz="3200" dirty="0">
                <a:solidFill>
                  <a:schemeClr val="accent6">
                    <a:lumMod val="75000"/>
                  </a:schemeClr>
                </a:solidFill>
              </a:rPr>
              <a:t>     Identifies language</a:t>
            </a:r>
            <a:br>
              <a:rPr lang="en-US" sz="3200" dirty="0">
                <a:solidFill>
                  <a:schemeClr val="accent6">
                    <a:lumMod val="75000"/>
                  </a:schemeClr>
                </a:solidFill>
              </a:rPr>
            </a:br>
            <a:r>
              <a:rPr lang="en-US" sz="3200" dirty="0">
                <a:solidFill>
                  <a:schemeClr val="accent6">
                    <a:lumMod val="75000"/>
                  </a:schemeClr>
                </a:solidFill>
              </a:rPr>
              <a:t>   Detects errors</a:t>
            </a:r>
            <a:br>
              <a:rPr lang="en-US" sz="3200" dirty="0">
                <a:solidFill>
                  <a:schemeClr val="accent6">
                    <a:lumMod val="75000"/>
                  </a:schemeClr>
                </a:solidFill>
              </a:rPr>
            </a:br>
            <a:r>
              <a:rPr lang="en-US" sz="3200" dirty="0">
                <a:solidFill>
                  <a:schemeClr val="accent6">
                    <a:lumMod val="75000"/>
                  </a:schemeClr>
                </a:solidFill>
              </a:rPr>
              <a:t>     Highlights warnings</a:t>
            </a:r>
            <a:br>
              <a:rPr lang="en-US" sz="3200" dirty="0">
                <a:solidFill>
                  <a:schemeClr val="accent6">
                    <a:lumMod val="75000"/>
                  </a:schemeClr>
                </a:solidFill>
              </a:rPr>
            </a:br>
            <a:r>
              <a:rPr lang="en-US" sz="3200" dirty="0">
                <a:solidFill>
                  <a:schemeClr val="accent6">
                    <a:lumMod val="75000"/>
                  </a:schemeClr>
                </a:solidFill>
              </a:rPr>
              <a:t>    Suggests improvements</a:t>
            </a:r>
            <a:br>
              <a:rPr lang="en-US" sz="3200" dirty="0">
                <a:solidFill>
                  <a:schemeClr val="accent6">
                    <a:lumMod val="75000"/>
                  </a:schemeClr>
                </a:solidFill>
              </a:rPr>
            </a:br>
            <a:r>
              <a:rPr lang="en-US" sz="3200" dirty="0">
                <a:solidFill>
                  <a:schemeClr val="accent6">
                    <a:lumMod val="75000"/>
                  </a:schemeClr>
                </a:solidFill>
              </a:rPr>
              <a:t>  Rates the code</a:t>
            </a:r>
            <a:endParaRPr lang="en-IN" sz="3200" dirty="0">
              <a:solidFill>
                <a:schemeClr val="accent6">
                  <a:lumMod val="75000"/>
                </a:schemeClr>
              </a:solidFill>
            </a:endParaRPr>
          </a:p>
        </p:txBody>
      </p:sp>
    </p:spTree>
    <p:extLst>
      <p:ext uri="{BB962C8B-B14F-4D97-AF65-F5344CB8AC3E}">
        <p14:creationId xmlns:p14="http://schemas.microsoft.com/office/powerpoint/2010/main" val="339583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white and orange sign with blue and red text">
            <a:extLst>
              <a:ext uri="{FF2B5EF4-FFF2-40B4-BE49-F238E27FC236}">
                <a16:creationId xmlns:a16="http://schemas.microsoft.com/office/drawing/2014/main" id="{9BA39E35-5BEB-668E-0522-08511C479BF7}"/>
              </a:ext>
            </a:extLst>
          </p:cNvPr>
          <p:cNvPicPr>
            <a:picLocks noChangeAspect="1"/>
          </p:cNvPicPr>
          <p:nvPr/>
        </p:nvPicPr>
        <p:blipFill>
          <a:blip r:embed="rId2"/>
          <a:srcRect l="-2919" t="-19901" r="-4874" b="-109184"/>
          <a:stretch>
            <a:fillRect/>
          </a:stretch>
        </p:blipFill>
        <p:spPr>
          <a:xfrm>
            <a:off x="26670" y="-121920"/>
            <a:ext cx="12481560" cy="3992880"/>
          </a:xfrm>
          <a:prstGeom prst="rect">
            <a:avLst/>
          </a:prstGeom>
        </p:spPr>
      </p:pic>
      <p:sp>
        <p:nvSpPr>
          <p:cNvPr id="4" name="TextBox 3">
            <a:extLst>
              <a:ext uri="{FF2B5EF4-FFF2-40B4-BE49-F238E27FC236}">
                <a16:creationId xmlns:a16="http://schemas.microsoft.com/office/drawing/2014/main" id="{506498FE-D7A4-1E38-38F5-C35CF762371D}"/>
              </a:ext>
            </a:extLst>
          </p:cNvPr>
          <p:cNvSpPr txBox="1"/>
          <p:nvPr/>
        </p:nvSpPr>
        <p:spPr>
          <a:xfrm>
            <a:off x="2465070" y="2246114"/>
            <a:ext cx="6240780" cy="584775"/>
          </a:xfrm>
          <a:prstGeom prst="rect">
            <a:avLst/>
          </a:prstGeom>
          <a:noFill/>
        </p:spPr>
        <p:txBody>
          <a:bodyPr wrap="square">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Mentor: Dr./Prof./Mr. Pavan Kumar</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AF53AA9-2851-D8D2-2EC6-7D8AC7BD5A26}"/>
              </a:ext>
            </a:extLst>
          </p:cNvPr>
          <p:cNvSpPr txBox="1"/>
          <p:nvPr/>
        </p:nvSpPr>
        <p:spPr>
          <a:xfrm>
            <a:off x="2449830" y="3105834"/>
            <a:ext cx="6256020" cy="738664"/>
          </a:xfrm>
          <a:prstGeom prst="rect">
            <a:avLst/>
          </a:prstGeom>
          <a:noFill/>
        </p:spPr>
        <p:txBody>
          <a:bodyPr wrap="square">
            <a:spAutoFit/>
          </a:bodyPr>
          <a:lstStyle/>
          <a:p>
            <a:pPr marL="0" lvl="0" indent="0" algn="ctr" rtl="0">
              <a:lnSpc>
                <a:spcPct val="100000"/>
              </a:lnSpc>
              <a:spcBef>
                <a:spcPts val="0"/>
              </a:spcBef>
              <a:spcAft>
                <a:spcPts val="0"/>
              </a:spcAft>
              <a:buClr>
                <a:srgbClr val="FF0000"/>
              </a:buClr>
              <a:buSzPts val="1800"/>
              <a:buNone/>
            </a:pPr>
            <a:r>
              <a:rPr lang="en-US" sz="2400" dirty="0">
                <a:latin typeface="Times New Roman" panose="02020603050405020304" pitchFamily="18" charset="0"/>
                <a:ea typeface="Tahoma"/>
                <a:cs typeface="Times New Roman" panose="02020603050405020304" pitchFamily="18" charset="0"/>
                <a:sym typeface="Tahoma"/>
              </a:rPr>
              <a:t>PROJECT TEAM MEMBERS:</a:t>
            </a:r>
          </a:p>
          <a:p>
            <a:pPr marL="0" lvl="0" indent="0" algn="ctr" rtl="0">
              <a:lnSpc>
                <a:spcPct val="100000"/>
              </a:lnSpc>
              <a:spcBef>
                <a:spcPts val="0"/>
              </a:spcBef>
              <a:spcAft>
                <a:spcPts val="0"/>
              </a:spcAft>
              <a:buClr>
                <a:srgbClr val="FF0000"/>
              </a:buClr>
              <a:buSzPts val="1800"/>
              <a:buNone/>
            </a:pPr>
            <a:endParaRPr lang="en-US" sz="1800" dirty="0">
              <a:latin typeface="Times New Roman" panose="02020603050405020304" pitchFamily="18" charset="0"/>
              <a:ea typeface="Tahoma"/>
              <a:cs typeface="Times New Roman" panose="02020603050405020304" pitchFamily="18" charset="0"/>
              <a:sym typeface="Tahoma"/>
            </a:endParaRPr>
          </a:p>
        </p:txBody>
      </p:sp>
      <p:sp>
        <p:nvSpPr>
          <p:cNvPr id="8" name="TextBox 7">
            <a:extLst>
              <a:ext uri="{FF2B5EF4-FFF2-40B4-BE49-F238E27FC236}">
                <a16:creationId xmlns:a16="http://schemas.microsoft.com/office/drawing/2014/main" id="{CCA4C8C1-62EC-1658-5CE8-AE90FBDF83C7}"/>
              </a:ext>
            </a:extLst>
          </p:cNvPr>
          <p:cNvSpPr txBox="1"/>
          <p:nvPr/>
        </p:nvSpPr>
        <p:spPr>
          <a:xfrm>
            <a:off x="2449830" y="3844498"/>
            <a:ext cx="6256020" cy="1954381"/>
          </a:xfrm>
          <a:prstGeom prst="rect">
            <a:avLst/>
          </a:prstGeom>
          <a:noFill/>
        </p:spPr>
        <p:txBody>
          <a:bodyPr wrap="square">
            <a:spAutoFit/>
          </a:bodyPr>
          <a:lstStyle/>
          <a:p>
            <a:pPr lvl="2">
              <a:buClr>
                <a:srgbClr val="FF0000"/>
              </a:buClr>
              <a:buSzPts val="1800"/>
            </a:pPr>
            <a:r>
              <a:rPr lang="en-US" sz="2400" dirty="0">
                <a:solidFill>
                  <a:schemeClr val="tx1"/>
                </a:solidFill>
                <a:latin typeface="Times New Roman" panose="02020603050405020304" pitchFamily="18" charset="0"/>
                <a:ea typeface="Tahoma"/>
                <a:cs typeface="Times New Roman" panose="02020603050405020304" pitchFamily="18" charset="0"/>
                <a:sym typeface="Tahoma"/>
              </a:rPr>
              <a:t>24ME1A5491            Sravani. P</a:t>
            </a:r>
            <a:endParaRPr lang="en-IN" sz="2400" dirty="0">
              <a:solidFill>
                <a:schemeClr val="tx1"/>
              </a:solidFill>
              <a:latin typeface="Times New Roman" panose="02020603050405020304" pitchFamily="18" charset="0"/>
              <a:cs typeface="Times New Roman" panose="02020603050405020304" pitchFamily="18" charset="0"/>
            </a:endParaRPr>
          </a:p>
          <a:p>
            <a:pPr lvl="2">
              <a:spcBef>
                <a:spcPts val="1000"/>
              </a:spcBef>
              <a:buClr>
                <a:schemeClr val="lt2"/>
              </a:buClr>
              <a:buSzPts val="1900"/>
            </a:pPr>
            <a:r>
              <a:rPr lang="en-IN" sz="2400" dirty="0">
                <a:solidFill>
                  <a:schemeClr val="tx1"/>
                </a:solidFill>
                <a:latin typeface="Times New Roman" panose="02020603050405020304" pitchFamily="18" charset="0"/>
                <a:ea typeface="Tahoma"/>
                <a:cs typeface="Times New Roman" panose="02020603050405020304" pitchFamily="18" charset="0"/>
                <a:sym typeface="Tahoma"/>
              </a:rPr>
              <a:t>24ME1A54</a:t>
            </a:r>
            <a:r>
              <a:rPr lang="en-IN" sz="2400" dirty="0">
                <a:latin typeface="Times New Roman" panose="02020603050405020304" pitchFamily="18" charset="0"/>
                <a:ea typeface="Tahoma"/>
                <a:cs typeface="Times New Roman" panose="02020603050405020304" pitchFamily="18" charset="0"/>
                <a:sym typeface="Tahoma"/>
              </a:rPr>
              <a:t>79            Thanushka. N</a:t>
            </a:r>
            <a:endParaRPr lang="en-IN" sz="2400" dirty="0">
              <a:solidFill>
                <a:schemeClr val="tx1"/>
              </a:solidFill>
              <a:latin typeface="Times New Roman" panose="02020603050405020304" pitchFamily="18" charset="0"/>
              <a:ea typeface="Tahoma"/>
              <a:cs typeface="Times New Roman" panose="02020603050405020304" pitchFamily="18" charset="0"/>
              <a:sym typeface="Tahoma"/>
            </a:endParaRPr>
          </a:p>
          <a:p>
            <a:pPr lvl="2">
              <a:spcBef>
                <a:spcPts val="1000"/>
              </a:spcBef>
              <a:buClr>
                <a:schemeClr val="lt2"/>
              </a:buClr>
              <a:buSzPts val="1900"/>
            </a:pPr>
            <a:r>
              <a:rPr lang="en-IN" sz="2400" dirty="0">
                <a:solidFill>
                  <a:schemeClr val="tx1"/>
                </a:solidFill>
                <a:latin typeface="Times New Roman" panose="02020603050405020304" pitchFamily="18" charset="0"/>
                <a:ea typeface="Tahoma"/>
                <a:cs typeface="Times New Roman" panose="02020603050405020304" pitchFamily="18" charset="0"/>
                <a:sym typeface="Tahoma"/>
              </a:rPr>
              <a:t>24ME1A5494        </a:t>
            </a:r>
            <a:r>
              <a:rPr lang="en-IN" sz="2400" dirty="0">
                <a:latin typeface="Times New Roman" panose="02020603050405020304" pitchFamily="18" charset="0"/>
                <a:ea typeface="Tahoma"/>
                <a:cs typeface="Times New Roman" panose="02020603050405020304" pitchFamily="18" charset="0"/>
                <a:sym typeface="Tahoma"/>
              </a:rPr>
              <a:t>     Bhaavya </a:t>
            </a:r>
            <a:r>
              <a:rPr lang="en-IN" sz="2400" dirty="0" err="1">
                <a:latin typeface="Times New Roman" panose="02020603050405020304" pitchFamily="18" charset="0"/>
                <a:ea typeface="Tahoma"/>
                <a:cs typeface="Times New Roman" panose="02020603050405020304" pitchFamily="18" charset="0"/>
                <a:sym typeface="Tahoma"/>
              </a:rPr>
              <a:t>sri</a:t>
            </a:r>
            <a:r>
              <a:rPr lang="en-IN" sz="2400" dirty="0">
                <a:latin typeface="Times New Roman" panose="02020603050405020304" pitchFamily="18" charset="0"/>
                <a:ea typeface="Tahoma"/>
                <a:cs typeface="Times New Roman" panose="02020603050405020304" pitchFamily="18" charset="0"/>
                <a:sym typeface="Tahoma"/>
              </a:rPr>
              <a:t>. P</a:t>
            </a:r>
            <a:endParaRPr lang="en-IN" sz="2400" dirty="0">
              <a:solidFill>
                <a:schemeClr val="tx1"/>
              </a:solidFill>
              <a:latin typeface="Times New Roman" panose="02020603050405020304" pitchFamily="18" charset="0"/>
              <a:ea typeface="Tahoma"/>
              <a:cs typeface="Times New Roman" panose="02020603050405020304" pitchFamily="18" charset="0"/>
              <a:sym typeface="Tahoma"/>
            </a:endParaRPr>
          </a:p>
          <a:p>
            <a:pPr lvl="2">
              <a:spcBef>
                <a:spcPts val="1000"/>
              </a:spcBef>
              <a:buClr>
                <a:schemeClr val="lt2"/>
              </a:buClr>
              <a:buSzPts val="1900"/>
            </a:pPr>
            <a:r>
              <a:rPr lang="en-IN" sz="2400" dirty="0">
                <a:latin typeface="Times New Roman" panose="02020603050405020304" pitchFamily="18" charset="0"/>
                <a:ea typeface="Tahoma"/>
                <a:cs typeface="Times New Roman" panose="02020603050405020304" pitchFamily="18" charset="0"/>
                <a:sym typeface="Tahoma"/>
              </a:rPr>
              <a:t>2</a:t>
            </a:r>
            <a:r>
              <a:rPr lang="en-US" sz="2400" dirty="0">
                <a:solidFill>
                  <a:schemeClr val="tx1"/>
                </a:solidFill>
                <a:latin typeface="Times New Roman" panose="02020603050405020304" pitchFamily="18" charset="0"/>
                <a:ea typeface="Tahoma"/>
                <a:cs typeface="Times New Roman" panose="02020603050405020304" pitchFamily="18" charset="0"/>
                <a:sym typeface="Tahoma"/>
              </a:rPr>
              <a:t>4ME1A5484           </a:t>
            </a:r>
            <a:r>
              <a:rPr lang="en-US" sz="2400" dirty="0">
                <a:latin typeface="Times New Roman" panose="02020603050405020304" pitchFamily="18" charset="0"/>
                <a:ea typeface="Tahoma"/>
                <a:cs typeface="Times New Roman" panose="02020603050405020304" pitchFamily="18" charset="0"/>
                <a:sym typeface="Tahoma"/>
              </a:rPr>
              <a:t>  Sravya Sruthi .P</a:t>
            </a:r>
            <a:endParaRPr lang="en-US" sz="2400" dirty="0">
              <a:solidFill>
                <a:schemeClr val="tx1"/>
              </a:solidFill>
              <a:latin typeface="Times New Roman" panose="02020603050405020304" pitchFamily="18" charset="0"/>
              <a:ea typeface="Tahoma"/>
              <a:cs typeface="Times New Roman" panose="02020603050405020304" pitchFamily="18" charset="0"/>
              <a:sym typeface="Tahoma"/>
            </a:endParaRPr>
          </a:p>
        </p:txBody>
      </p:sp>
    </p:spTree>
    <p:extLst>
      <p:ext uri="{BB962C8B-B14F-4D97-AF65-F5344CB8AC3E}">
        <p14:creationId xmlns:p14="http://schemas.microsoft.com/office/powerpoint/2010/main" val="1007111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00C57F-D203-D5FE-983A-81EFEFAFB74A}"/>
              </a:ext>
            </a:extLst>
          </p:cNvPr>
          <p:cNvSpPr txBox="1"/>
          <p:nvPr/>
        </p:nvSpPr>
        <p:spPr>
          <a:xfrm>
            <a:off x="2609850" y="402074"/>
            <a:ext cx="6103620" cy="1107996"/>
          </a:xfrm>
          <a:prstGeom prst="rect">
            <a:avLst/>
          </a:prstGeom>
          <a:noFill/>
        </p:spPr>
        <p:txBody>
          <a:bodyPr wrap="square">
            <a:spAutoFit/>
          </a:bodyPr>
          <a:lstStyle/>
          <a:p>
            <a:pPr algn="ctr"/>
            <a:r>
              <a:rPr lang="en-US" sz="6600" dirty="0">
                <a:latin typeface="Rockwell" panose="02060603020205020403" pitchFamily="18" charset="0"/>
              </a:rPr>
              <a:t>CONTENTS:</a:t>
            </a:r>
            <a:endParaRPr lang="en-IN" sz="6600" dirty="0"/>
          </a:p>
        </p:txBody>
      </p:sp>
      <p:sp>
        <p:nvSpPr>
          <p:cNvPr id="5" name="TextBox 4">
            <a:extLst>
              <a:ext uri="{FF2B5EF4-FFF2-40B4-BE49-F238E27FC236}">
                <a16:creationId xmlns:a16="http://schemas.microsoft.com/office/drawing/2014/main" id="{BBC2B870-FCF5-BEC3-7587-F948C66DD8A8}"/>
              </a:ext>
            </a:extLst>
          </p:cNvPr>
          <p:cNvSpPr txBox="1"/>
          <p:nvPr/>
        </p:nvSpPr>
        <p:spPr>
          <a:xfrm>
            <a:off x="1924050" y="1623834"/>
            <a:ext cx="6103620" cy="4832092"/>
          </a:xfrm>
          <a:prstGeom prst="rect">
            <a:avLst/>
          </a:prstGeom>
          <a:noFill/>
        </p:spPr>
        <p:txBody>
          <a:bodyPr wrap="square">
            <a:spAutoFit/>
          </a:bodyPr>
          <a:lstStyle/>
          <a:p>
            <a:r>
              <a:rPr lang="en-US" sz="2800" dirty="0"/>
              <a:t>Introduction </a:t>
            </a:r>
            <a:br>
              <a:rPr lang="en-US" sz="2800" dirty="0"/>
            </a:br>
            <a:r>
              <a:rPr lang="en-US" sz="2800" dirty="0"/>
              <a:t>• Problem Statement </a:t>
            </a:r>
            <a:br>
              <a:rPr lang="en-US" sz="2800" dirty="0"/>
            </a:br>
            <a:r>
              <a:rPr lang="en-US" sz="2800" dirty="0"/>
              <a:t>• Objectives </a:t>
            </a:r>
            <a:br>
              <a:rPr lang="en-US" sz="2800" dirty="0"/>
            </a:br>
            <a:r>
              <a:rPr lang="en-US" sz="2800" dirty="0"/>
              <a:t>• Innovation &amp; Uniqueness </a:t>
            </a:r>
            <a:br>
              <a:rPr lang="en-US" sz="2800" dirty="0"/>
            </a:br>
            <a:r>
              <a:rPr lang="en-US" sz="2800" dirty="0"/>
              <a:t>• Proposed Methodology </a:t>
            </a:r>
            <a:br>
              <a:rPr lang="en-US" sz="2800" dirty="0"/>
            </a:br>
            <a:r>
              <a:rPr lang="en-US" sz="2800" dirty="0"/>
              <a:t>• Technologies Used </a:t>
            </a:r>
            <a:br>
              <a:rPr lang="en-US" sz="2800" dirty="0"/>
            </a:br>
            <a:r>
              <a:rPr lang="en-US" sz="2800" dirty="0"/>
              <a:t>• System Workflow </a:t>
            </a:r>
            <a:br>
              <a:rPr lang="en-US" sz="2800" dirty="0"/>
            </a:br>
            <a:r>
              <a:rPr lang="en-US" sz="2800" dirty="0"/>
              <a:t>• Key Features </a:t>
            </a:r>
            <a:br>
              <a:rPr lang="en-US" sz="2800" dirty="0"/>
            </a:br>
            <a:r>
              <a:rPr lang="en-US" sz="2800" dirty="0"/>
              <a:t>• Expected Outcomes </a:t>
            </a:r>
            <a:br>
              <a:rPr lang="en-US" sz="2800" dirty="0"/>
            </a:br>
            <a:r>
              <a:rPr lang="en-US" sz="2800" dirty="0"/>
              <a:t>• Work Plan / Timeline </a:t>
            </a:r>
            <a:br>
              <a:rPr lang="en-US" sz="2800" dirty="0"/>
            </a:br>
            <a:r>
              <a:rPr lang="en-US" sz="2800" dirty="0"/>
              <a:t>• Conclusion </a:t>
            </a:r>
            <a:endParaRPr lang="en-IN" sz="2800" dirty="0"/>
          </a:p>
        </p:txBody>
      </p:sp>
    </p:spTree>
    <p:extLst>
      <p:ext uri="{BB962C8B-B14F-4D97-AF65-F5344CB8AC3E}">
        <p14:creationId xmlns:p14="http://schemas.microsoft.com/office/powerpoint/2010/main" val="1480087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0AE970-BF65-6E81-F851-82BA561DA4C0}"/>
              </a:ext>
            </a:extLst>
          </p:cNvPr>
          <p:cNvSpPr txBox="1"/>
          <p:nvPr/>
        </p:nvSpPr>
        <p:spPr>
          <a:xfrm>
            <a:off x="689610" y="134638"/>
            <a:ext cx="6103620" cy="956800"/>
          </a:xfrm>
          <a:prstGeom prst="rect">
            <a:avLst/>
          </a:prstGeom>
          <a:noFill/>
        </p:spPr>
        <p:txBody>
          <a:bodyPr wrap="square">
            <a:spAutoFit/>
          </a:bodyPr>
          <a:lstStyle/>
          <a:p>
            <a:pPr>
              <a:lnSpc>
                <a:spcPct val="130000"/>
              </a:lnSpc>
              <a:spcBef>
                <a:spcPts val="300"/>
              </a:spcBef>
              <a:spcAft>
                <a:spcPts val="300"/>
              </a:spcAft>
            </a:pPr>
            <a:r>
              <a:rPr lang="en-IN" sz="4800" b="1" u="sng" dirty="0">
                <a:latin typeface="Times New Roman" panose="02020603050405020304" pitchFamily="18" charset="0"/>
                <a:cs typeface="Times New Roman" panose="02020603050405020304" pitchFamily="18" charset="0"/>
              </a:rPr>
              <a:t>Problem Statement</a:t>
            </a:r>
            <a:r>
              <a:rPr lang="en-IN" sz="4800" b="1" dirty="0">
                <a:latin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F865BDF4-FCB2-7AF5-0EC7-0B234CFF93DC}"/>
              </a:ext>
            </a:extLst>
          </p:cNvPr>
          <p:cNvSpPr txBox="1"/>
          <p:nvPr/>
        </p:nvSpPr>
        <p:spPr>
          <a:xfrm>
            <a:off x="205740" y="1091438"/>
            <a:ext cx="11780520" cy="2677656"/>
          </a:xfrm>
          <a:prstGeom prst="rect">
            <a:avLst/>
          </a:prstGeom>
          <a:noFill/>
        </p:spPr>
        <p:txBody>
          <a:bodyPr wrap="square">
            <a:spAutoFit/>
          </a:bodyPr>
          <a:lstStyle/>
          <a:p>
            <a:pPr>
              <a:buNone/>
            </a:pPr>
            <a:r>
              <a:rPr lang="en-US" sz="2400" dirty="0"/>
              <a:t>Many students and beginners face difficulties in identifying errors in their code and understanding proper programming practices. Traditional methods of code review require guidance from experienced programmers, which is not always available. As a result, students struggle to debug their code, improve logic, and learn effectively. Therefore, there is a need for a simple and intelligent system that can automatically analyze code, detect errors, and provide useful suggestions in real-time.</a:t>
            </a:r>
          </a:p>
        </p:txBody>
      </p:sp>
      <p:pic>
        <p:nvPicPr>
          <p:cNvPr id="1026" name="Picture 2" descr="The irritable programmer did not cope with the task. Development of programming and coding technologies. A screen with codes, a developer working with a task. Isolated vector illustration.">
            <a:extLst>
              <a:ext uri="{FF2B5EF4-FFF2-40B4-BE49-F238E27FC236}">
                <a16:creationId xmlns:a16="http://schemas.microsoft.com/office/drawing/2014/main" id="{3B307AA6-63D8-C95F-B5C4-BB8437FCC2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429000"/>
            <a:ext cx="55626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195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1A5FF3-471A-1D54-308B-DF53B6490DED}"/>
              </a:ext>
            </a:extLst>
          </p:cNvPr>
          <p:cNvSpPr txBox="1"/>
          <p:nvPr/>
        </p:nvSpPr>
        <p:spPr>
          <a:xfrm>
            <a:off x="1325880" y="530878"/>
            <a:ext cx="5513070" cy="812723"/>
          </a:xfrm>
          <a:prstGeom prst="rect">
            <a:avLst/>
          </a:prstGeom>
          <a:noFill/>
        </p:spPr>
        <p:txBody>
          <a:bodyPr wrap="square">
            <a:spAutoFit/>
          </a:bodyPr>
          <a:lstStyle/>
          <a:p>
            <a:pPr>
              <a:lnSpc>
                <a:spcPct val="130000"/>
              </a:lnSpc>
              <a:spcBef>
                <a:spcPts val="300"/>
              </a:spcBef>
              <a:spcAft>
                <a:spcPts val="300"/>
              </a:spcAft>
            </a:pPr>
            <a:r>
              <a:rPr lang="en-IN" sz="4000" b="1" u="sng" kern="0" dirty="0">
                <a:effectLst/>
                <a:latin typeface="Times New Roman" panose="02020603050405020304" pitchFamily="18" charset="0"/>
                <a:ea typeface="Times New Roman" panose="02020603050405020304" pitchFamily="18" charset="0"/>
                <a:cs typeface="Times New Roman" panose="02020603050405020304" pitchFamily="18" charset="0"/>
              </a:rPr>
              <a:t>Objectives</a:t>
            </a:r>
            <a:r>
              <a:rPr lang="en-IN" sz="4000" b="1" kern="0" dirty="0">
                <a:effectLst/>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5" name="TextBox 4">
            <a:extLst>
              <a:ext uri="{FF2B5EF4-FFF2-40B4-BE49-F238E27FC236}">
                <a16:creationId xmlns:a16="http://schemas.microsoft.com/office/drawing/2014/main" id="{108D2BEE-30C3-AA2B-BD75-E033645AB253}"/>
              </a:ext>
            </a:extLst>
          </p:cNvPr>
          <p:cNvSpPr txBox="1"/>
          <p:nvPr/>
        </p:nvSpPr>
        <p:spPr>
          <a:xfrm>
            <a:off x="902970" y="1678881"/>
            <a:ext cx="9688830" cy="4401205"/>
          </a:xfrm>
          <a:prstGeom prst="rect">
            <a:avLst/>
          </a:prstGeom>
          <a:noFill/>
        </p:spPr>
        <p:txBody>
          <a:bodyPr wrap="square">
            <a:spAutoFit/>
          </a:bodyPr>
          <a:lstStyle/>
          <a:p>
            <a:pPr>
              <a:buFont typeface="Arial" panose="020B0604020202020204" pitchFamily="34" charset="0"/>
              <a:buChar char="•"/>
            </a:pPr>
            <a:r>
              <a:rPr lang="en-US" sz="2800" dirty="0"/>
              <a:t>To develop an AI-based system for analyzing programming code. </a:t>
            </a:r>
          </a:p>
          <a:p>
            <a:pPr>
              <a:buFont typeface="Arial" panose="020B0604020202020204" pitchFamily="34" charset="0"/>
              <a:buChar char="•"/>
            </a:pPr>
            <a:r>
              <a:rPr lang="en-US" sz="2800" dirty="0"/>
              <a:t>To detect errors and provide accurate feedback to users. </a:t>
            </a:r>
          </a:p>
          <a:p>
            <a:pPr>
              <a:buFont typeface="Arial" panose="020B0604020202020204" pitchFamily="34" charset="0"/>
              <a:buChar char="•"/>
            </a:pPr>
            <a:r>
              <a:rPr lang="en-US" sz="2800" dirty="0"/>
              <a:t>To help students understand coding mistakes easily. </a:t>
            </a:r>
          </a:p>
          <a:p>
            <a:pPr>
              <a:buFont typeface="Arial" panose="020B0604020202020204" pitchFamily="34" charset="0"/>
              <a:buChar char="•"/>
            </a:pPr>
            <a:r>
              <a:rPr lang="en-US" sz="2800" dirty="0"/>
              <a:t>To provide useful suggestions for improving code quality. </a:t>
            </a:r>
          </a:p>
          <a:p>
            <a:pPr>
              <a:buFont typeface="Arial" panose="020B0604020202020204" pitchFamily="34" charset="0"/>
              <a:buChar char="•"/>
            </a:pPr>
            <a:r>
              <a:rPr lang="en-US" sz="2800" dirty="0"/>
              <a:t>To support multiple programming languages. </a:t>
            </a:r>
          </a:p>
          <a:p>
            <a:pPr>
              <a:buFont typeface="Arial" panose="020B0604020202020204" pitchFamily="34" charset="0"/>
              <a:buChar char="•"/>
            </a:pPr>
            <a:r>
              <a:rPr lang="en-US" sz="2800" dirty="0"/>
              <a:t>To create a simple and user-friendly interface using </a:t>
            </a:r>
            <a:r>
              <a:rPr lang="en-US" sz="2800" dirty="0" err="1"/>
              <a:t>Streamlit</a:t>
            </a:r>
            <a:r>
              <a:rPr lang="en-US" sz="2800" dirty="0"/>
              <a:t>. </a:t>
            </a:r>
          </a:p>
          <a:p>
            <a:pPr>
              <a:buFont typeface="Arial" panose="020B0604020202020204" pitchFamily="34" charset="0"/>
              <a:buChar char="•"/>
            </a:pPr>
            <a:r>
              <a:rPr lang="en-US" sz="2800" dirty="0"/>
              <a:t>To enable quick and efficient code review without external compilers. </a:t>
            </a:r>
          </a:p>
        </p:txBody>
      </p:sp>
    </p:spTree>
    <p:extLst>
      <p:ext uri="{BB962C8B-B14F-4D97-AF65-F5344CB8AC3E}">
        <p14:creationId xmlns:p14="http://schemas.microsoft.com/office/powerpoint/2010/main" val="46246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32889B-E8AE-02D5-D643-F6F75E3A4F0E}"/>
              </a:ext>
            </a:extLst>
          </p:cNvPr>
          <p:cNvSpPr txBox="1"/>
          <p:nvPr/>
        </p:nvSpPr>
        <p:spPr>
          <a:xfrm>
            <a:off x="582930" y="500398"/>
            <a:ext cx="7479030" cy="884794"/>
          </a:xfrm>
          <a:prstGeom prst="rect">
            <a:avLst/>
          </a:prstGeom>
          <a:noFill/>
        </p:spPr>
        <p:txBody>
          <a:bodyPr wrap="square">
            <a:spAutoFit/>
          </a:bodyPr>
          <a:lstStyle/>
          <a:p>
            <a:pPr>
              <a:lnSpc>
                <a:spcPct val="130000"/>
              </a:lnSpc>
              <a:spcBef>
                <a:spcPts val="300"/>
              </a:spcBef>
              <a:spcAft>
                <a:spcPts val="300"/>
              </a:spcAft>
            </a:pPr>
            <a:r>
              <a:rPr lang="en-IN" sz="4400" b="1" u="sng" kern="0" dirty="0">
                <a:latin typeface="Times New Roman" panose="02020603050405020304" pitchFamily="18" charset="0"/>
                <a:ea typeface="Calibri" panose="020F0502020204030204" pitchFamily="34" charset="0"/>
                <a:cs typeface="Times New Roman" panose="02020603050405020304" pitchFamily="18" charset="0"/>
              </a:rPr>
              <a:t>Innovation and Uniqueness:</a:t>
            </a:r>
          </a:p>
        </p:txBody>
      </p:sp>
      <p:sp>
        <p:nvSpPr>
          <p:cNvPr id="5" name="TextBox 4">
            <a:extLst>
              <a:ext uri="{FF2B5EF4-FFF2-40B4-BE49-F238E27FC236}">
                <a16:creationId xmlns:a16="http://schemas.microsoft.com/office/drawing/2014/main" id="{AB3C6FB3-C3CE-5FF1-DB56-D9CC0914FF87}"/>
              </a:ext>
            </a:extLst>
          </p:cNvPr>
          <p:cNvSpPr txBox="1"/>
          <p:nvPr/>
        </p:nvSpPr>
        <p:spPr>
          <a:xfrm>
            <a:off x="807720" y="1828800"/>
            <a:ext cx="9662160" cy="3785652"/>
          </a:xfrm>
          <a:prstGeom prst="rect">
            <a:avLst/>
          </a:prstGeom>
          <a:noFill/>
        </p:spPr>
        <p:txBody>
          <a:bodyPr wrap="square">
            <a:spAutoFit/>
          </a:bodyPr>
          <a:lstStyle/>
          <a:p>
            <a:pPr>
              <a:buFont typeface="Arial" panose="020B0604020202020204" pitchFamily="34" charset="0"/>
              <a:buChar char="•"/>
            </a:pPr>
            <a:r>
              <a:rPr lang="en-US" sz="2400" dirty="0"/>
              <a:t>Integrates </a:t>
            </a:r>
            <a:r>
              <a:rPr lang="en-US" sz="2400" b="1" dirty="0"/>
              <a:t>AI-based code analysis</a:t>
            </a:r>
            <a:r>
              <a:rPr lang="en-US" sz="2400" dirty="0"/>
              <a:t> for intelligent feedback. </a:t>
            </a:r>
          </a:p>
          <a:p>
            <a:pPr>
              <a:buFont typeface="Arial" panose="020B0604020202020204" pitchFamily="34" charset="0"/>
              <a:buChar char="•"/>
            </a:pPr>
            <a:r>
              <a:rPr lang="en-US" sz="2400" dirty="0"/>
              <a:t>Works </a:t>
            </a:r>
            <a:r>
              <a:rPr lang="en-US" sz="2400" b="1" dirty="0"/>
              <a:t>without external compilers</a:t>
            </a:r>
            <a:r>
              <a:rPr lang="en-US" sz="2400" dirty="0"/>
              <a:t>, making it lightweight and easy to use. </a:t>
            </a:r>
          </a:p>
          <a:p>
            <a:pPr>
              <a:buFont typeface="Arial" panose="020B0604020202020204" pitchFamily="34" charset="0"/>
              <a:buChar char="•"/>
            </a:pPr>
            <a:r>
              <a:rPr lang="en-US" sz="2400" dirty="0"/>
              <a:t>Provides </a:t>
            </a:r>
            <a:r>
              <a:rPr lang="en-US" sz="2400" b="1" dirty="0"/>
              <a:t>instant feedback</a:t>
            </a:r>
            <a:r>
              <a:rPr lang="en-US" sz="2400" dirty="0"/>
              <a:t> including errors, warnings, and suggestions. </a:t>
            </a:r>
          </a:p>
          <a:p>
            <a:pPr>
              <a:buFont typeface="Arial" panose="020B0604020202020204" pitchFamily="34" charset="0"/>
              <a:buChar char="•"/>
            </a:pPr>
            <a:r>
              <a:rPr lang="en-US" sz="2400" dirty="0"/>
              <a:t>Supports </a:t>
            </a:r>
            <a:r>
              <a:rPr lang="en-US" sz="2400" b="1" dirty="0"/>
              <a:t>multiple programming languages</a:t>
            </a:r>
            <a:r>
              <a:rPr lang="en-US" sz="2400" dirty="0"/>
              <a:t> in a single platform. </a:t>
            </a:r>
          </a:p>
          <a:p>
            <a:pPr>
              <a:buFont typeface="Arial" panose="020B0604020202020204" pitchFamily="34" charset="0"/>
              <a:buChar char="•"/>
            </a:pPr>
            <a:r>
              <a:rPr lang="en-US" sz="2400" dirty="0"/>
              <a:t>Offers </a:t>
            </a:r>
            <a:r>
              <a:rPr lang="en-US" sz="2400" b="1" dirty="0"/>
              <a:t>different analysis levels</a:t>
            </a:r>
            <a:r>
              <a:rPr lang="en-US" sz="2400" dirty="0"/>
              <a:t> (Quick, Standard, Deep) for flexibility. </a:t>
            </a:r>
          </a:p>
          <a:p>
            <a:pPr>
              <a:buFont typeface="Arial" panose="020B0604020202020204" pitchFamily="34" charset="0"/>
              <a:buChar char="•"/>
            </a:pPr>
            <a:r>
              <a:rPr lang="en-US" sz="2400" dirty="0"/>
              <a:t>Features a </a:t>
            </a:r>
            <a:r>
              <a:rPr lang="en-US" sz="2400" b="1" dirty="0"/>
              <a:t>simple and user-friendly interface</a:t>
            </a:r>
            <a:r>
              <a:rPr lang="en-US" sz="2400" dirty="0"/>
              <a:t> using </a:t>
            </a:r>
            <a:r>
              <a:rPr lang="en-US" sz="2400" dirty="0" err="1"/>
              <a:t>Streamlit</a:t>
            </a:r>
            <a:r>
              <a:rPr lang="en-US" sz="2400" dirty="0"/>
              <a:t>. </a:t>
            </a:r>
          </a:p>
          <a:p>
            <a:pPr>
              <a:buFont typeface="Arial" panose="020B0604020202020204" pitchFamily="34" charset="0"/>
              <a:buChar char="•"/>
            </a:pPr>
            <a:r>
              <a:rPr lang="en-US" sz="2400" dirty="0"/>
              <a:t>Includes </a:t>
            </a:r>
            <a:r>
              <a:rPr lang="en-US" sz="2400" b="1" dirty="0"/>
              <a:t>Dark/Light mode</a:t>
            </a:r>
            <a:r>
              <a:rPr lang="en-US" sz="2400" dirty="0"/>
              <a:t> for better user experience. </a:t>
            </a:r>
          </a:p>
        </p:txBody>
      </p:sp>
    </p:spTree>
    <p:extLst>
      <p:ext uri="{BB962C8B-B14F-4D97-AF65-F5344CB8AC3E}">
        <p14:creationId xmlns:p14="http://schemas.microsoft.com/office/powerpoint/2010/main" val="13820540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32F642-C8E2-6369-30C1-FB38B963C9D1}"/>
              </a:ext>
            </a:extLst>
          </p:cNvPr>
          <p:cNvSpPr txBox="1"/>
          <p:nvPr/>
        </p:nvSpPr>
        <p:spPr>
          <a:xfrm>
            <a:off x="868680" y="411480"/>
            <a:ext cx="8378190" cy="812723"/>
          </a:xfrm>
          <a:prstGeom prst="rect">
            <a:avLst/>
          </a:prstGeom>
          <a:noFill/>
        </p:spPr>
        <p:txBody>
          <a:bodyPr wrap="square">
            <a:spAutoFit/>
          </a:bodyPr>
          <a:lstStyle/>
          <a:p>
            <a:pPr>
              <a:lnSpc>
                <a:spcPct val="130000"/>
              </a:lnSpc>
              <a:spcBef>
                <a:spcPts val="300"/>
              </a:spcBef>
              <a:spcAft>
                <a:spcPts val="300"/>
              </a:spcAft>
            </a:pPr>
            <a:r>
              <a:rPr lang="en-IN" sz="4000" b="1" u="sng" kern="0" dirty="0">
                <a:effectLst/>
                <a:latin typeface="Times New Roman" panose="02020603050405020304" pitchFamily="18" charset="0"/>
                <a:ea typeface="Times New Roman" panose="02020603050405020304" pitchFamily="18" charset="0"/>
                <a:cs typeface="Times New Roman" panose="02020603050405020304" pitchFamily="18" charset="0"/>
              </a:rPr>
              <a:t>Proposed Methodology:</a:t>
            </a:r>
          </a:p>
        </p:txBody>
      </p:sp>
      <p:sp>
        <p:nvSpPr>
          <p:cNvPr id="5" name="Rectangle 2">
            <a:extLst>
              <a:ext uri="{FF2B5EF4-FFF2-40B4-BE49-F238E27FC236}">
                <a16:creationId xmlns:a16="http://schemas.microsoft.com/office/drawing/2014/main" id="{C3E025E4-B039-01F4-A64B-17C1C6E12389}"/>
              </a:ext>
            </a:extLst>
          </p:cNvPr>
          <p:cNvSpPr>
            <a:spLocks noChangeArrowheads="1"/>
          </p:cNvSpPr>
          <p:nvPr/>
        </p:nvSpPr>
        <p:spPr bwMode="auto">
          <a:xfrm>
            <a:off x="1127760" y="1767006"/>
            <a:ext cx="6797040"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User enters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Selects language &amp; depth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Code sent to AI model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AI analyzes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Errors &amp; suggestions generated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Results displayed </a:t>
            </a:r>
          </a:p>
        </p:txBody>
      </p:sp>
      <p:pic>
        <p:nvPicPr>
          <p:cNvPr id="2052" name="Picture 4">
            <a:extLst>
              <a:ext uri="{FF2B5EF4-FFF2-40B4-BE49-F238E27FC236}">
                <a16:creationId xmlns:a16="http://schemas.microsoft.com/office/drawing/2014/main" id="{A09920FD-5131-47F8-F1D9-ECE20DAA6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9357" y="0"/>
            <a:ext cx="37639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754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5245B4-A89F-BA47-DA03-1DF7F9261351}"/>
              </a:ext>
            </a:extLst>
          </p:cNvPr>
          <p:cNvSpPr>
            <a:spLocks noChangeArrowheads="1"/>
          </p:cNvSpPr>
          <p:nvPr/>
        </p:nvSpPr>
        <p:spPr bwMode="auto">
          <a:xfrm>
            <a:off x="609600" y="1980068"/>
            <a:ext cx="11343170" cy="3385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system will successfully </a:t>
            </a:r>
            <a:r>
              <a:rPr kumimoji="0" lang="en-US" altLang="en-US" sz="2800" b="1" i="0" u="none" strike="noStrike" cap="none" normalizeH="0" baseline="0" dirty="0">
                <a:ln>
                  <a:noFill/>
                </a:ln>
                <a:solidFill>
                  <a:schemeClr val="tx1"/>
                </a:solidFill>
                <a:effectLst/>
                <a:latin typeface="Arial" panose="020B0604020202020204" pitchFamily="34" charset="0"/>
              </a:rPr>
              <a:t>analyze user code</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will </a:t>
            </a:r>
            <a:r>
              <a:rPr kumimoji="0" lang="en-US" altLang="en-US" sz="2800" b="1" i="0" u="none" strike="noStrike" cap="none" normalizeH="0" baseline="0" dirty="0">
                <a:ln>
                  <a:noFill/>
                </a:ln>
                <a:solidFill>
                  <a:schemeClr val="tx1"/>
                </a:solidFill>
                <a:effectLst/>
                <a:latin typeface="Arial" panose="020B0604020202020204" pitchFamily="34" charset="0"/>
              </a:rPr>
              <a:t>detect syntax errors and issues</a:t>
            </a:r>
            <a:r>
              <a:rPr kumimoji="0" lang="en-US" altLang="en-US" sz="2800" b="0" i="0" u="none" strike="noStrike" cap="none" normalizeH="0" baseline="0" dirty="0">
                <a:ln>
                  <a:noFill/>
                </a:ln>
                <a:solidFill>
                  <a:schemeClr val="tx1"/>
                </a:solidFill>
                <a:effectLst/>
                <a:latin typeface="Arial" panose="020B0604020202020204" pitchFamily="34" charset="0"/>
              </a:rPr>
              <a:t> in the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will provide </a:t>
            </a:r>
            <a:r>
              <a:rPr kumimoji="0" lang="en-US" altLang="en-US" sz="2800" b="1" i="0" u="none" strike="noStrike" cap="none" normalizeH="0" baseline="0" dirty="0">
                <a:ln>
                  <a:noFill/>
                </a:ln>
                <a:solidFill>
                  <a:schemeClr val="tx1"/>
                </a:solidFill>
                <a:effectLst/>
                <a:latin typeface="Arial" panose="020B0604020202020204" pitchFamily="34" charset="0"/>
              </a:rPr>
              <a:t>clear and useful suggestions</a:t>
            </a:r>
            <a:r>
              <a:rPr kumimoji="0" lang="en-US" altLang="en-US" sz="2800" b="0" i="0" u="none" strike="noStrike" cap="none" normalizeH="0" baseline="0" dirty="0">
                <a:ln>
                  <a:noFill/>
                </a:ln>
                <a:solidFill>
                  <a:schemeClr val="tx1"/>
                </a:solidFill>
                <a:effectLst/>
                <a:latin typeface="Arial" panose="020B0604020202020204" pitchFamily="34" charset="0"/>
              </a:rPr>
              <a:t> for improvement.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application will generate an </a:t>
            </a:r>
            <a:r>
              <a:rPr kumimoji="0" lang="en-US" altLang="en-US" sz="2800" b="1" i="0" u="none" strike="noStrike" cap="none" normalizeH="0" baseline="0" dirty="0">
                <a:ln>
                  <a:noFill/>
                </a:ln>
                <a:solidFill>
                  <a:schemeClr val="tx1"/>
                </a:solidFill>
                <a:effectLst/>
                <a:latin typeface="Arial" panose="020B0604020202020204" pitchFamily="34" charset="0"/>
              </a:rPr>
              <a:t>overall rating for the code quality</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Users will be able to </a:t>
            </a:r>
            <a:r>
              <a:rPr kumimoji="0" lang="en-US" altLang="en-US" sz="2800" b="1" i="0" u="none" strike="noStrike" cap="none" normalizeH="0" baseline="0" dirty="0">
                <a:ln>
                  <a:noFill/>
                </a:ln>
                <a:solidFill>
                  <a:schemeClr val="tx1"/>
                </a:solidFill>
                <a:effectLst/>
                <a:latin typeface="Arial" panose="020B0604020202020204" pitchFamily="34" charset="0"/>
              </a:rPr>
              <a:t>understand mistakes easily</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It will help students </a:t>
            </a:r>
            <a:r>
              <a:rPr kumimoji="0" lang="en-US" altLang="en-US" sz="2800" b="1" i="0" u="none" strike="noStrike" cap="none" normalizeH="0" baseline="0" dirty="0">
                <a:ln>
                  <a:noFill/>
                </a:ln>
                <a:solidFill>
                  <a:schemeClr val="tx1"/>
                </a:solidFill>
                <a:effectLst/>
                <a:latin typeface="Arial" panose="020B0604020202020204" pitchFamily="34" charset="0"/>
              </a:rPr>
              <a:t>improve their coding skills</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system will deliver </a:t>
            </a:r>
            <a:r>
              <a:rPr kumimoji="0" lang="en-US" altLang="en-US" sz="2800" b="1" i="0" u="none" strike="noStrike" cap="none" normalizeH="0" baseline="0" dirty="0">
                <a:ln>
                  <a:noFill/>
                </a:ln>
                <a:solidFill>
                  <a:schemeClr val="tx1"/>
                </a:solidFill>
                <a:effectLst/>
                <a:latin typeface="Arial" panose="020B0604020202020204" pitchFamily="34" charset="0"/>
              </a:rPr>
              <a:t>quick and efficient results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
        <p:nvSpPr>
          <p:cNvPr id="4" name="TextBox 3">
            <a:extLst>
              <a:ext uri="{FF2B5EF4-FFF2-40B4-BE49-F238E27FC236}">
                <a16:creationId xmlns:a16="http://schemas.microsoft.com/office/drawing/2014/main" id="{6A77BA50-F43B-8916-A2AC-4673639EF399}"/>
              </a:ext>
            </a:extLst>
          </p:cNvPr>
          <p:cNvSpPr txBox="1"/>
          <p:nvPr/>
        </p:nvSpPr>
        <p:spPr>
          <a:xfrm>
            <a:off x="445770" y="390064"/>
            <a:ext cx="6103620" cy="884794"/>
          </a:xfrm>
          <a:prstGeom prst="rect">
            <a:avLst/>
          </a:prstGeom>
          <a:noFill/>
        </p:spPr>
        <p:txBody>
          <a:bodyPr wrap="square">
            <a:spAutoFit/>
          </a:bodyPr>
          <a:lstStyle/>
          <a:p>
            <a:pPr>
              <a:lnSpc>
                <a:spcPct val="130000"/>
              </a:lnSpc>
              <a:spcBef>
                <a:spcPts val="300"/>
              </a:spcBef>
              <a:spcAft>
                <a:spcPts val="300"/>
              </a:spcAft>
            </a:pPr>
            <a:r>
              <a:rPr lang="en-IN" sz="4400" b="1" u="sng" kern="0" dirty="0">
                <a:effectLst/>
                <a:latin typeface="Times New Roman" panose="02020603050405020304" pitchFamily="18" charset="0"/>
                <a:ea typeface="Times New Roman" panose="02020603050405020304" pitchFamily="18" charset="0"/>
                <a:cs typeface="Times New Roman" panose="02020603050405020304" pitchFamily="18" charset="0"/>
              </a:rPr>
              <a:t>Expected Outcomes:</a:t>
            </a:r>
          </a:p>
        </p:txBody>
      </p:sp>
    </p:spTree>
    <p:extLst>
      <p:ext uri="{BB962C8B-B14F-4D97-AF65-F5344CB8AC3E}">
        <p14:creationId xmlns:p14="http://schemas.microsoft.com/office/powerpoint/2010/main" val="3378136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D10091-6173-1D01-759F-97DF4CE8A85C}"/>
              </a:ext>
            </a:extLst>
          </p:cNvPr>
          <p:cNvPicPr>
            <a:picLocks noChangeAspect="1"/>
          </p:cNvPicPr>
          <p:nvPr/>
        </p:nvPicPr>
        <p:blipFill>
          <a:blip r:embed="rId2"/>
          <a:stretch>
            <a:fillRect/>
          </a:stretch>
        </p:blipFill>
        <p:spPr>
          <a:xfrm>
            <a:off x="1280160" y="774700"/>
            <a:ext cx="9159240" cy="5308600"/>
          </a:xfrm>
          <a:prstGeom prst="rect">
            <a:avLst/>
          </a:prstGeom>
        </p:spPr>
      </p:pic>
    </p:spTree>
    <p:extLst>
      <p:ext uri="{BB962C8B-B14F-4D97-AF65-F5344CB8AC3E}">
        <p14:creationId xmlns:p14="http://schemas.microsoft.com/office/powerpoint/2010/main" val="1576889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FB2E66-348B-2ECF-0B16-C649B111EC4D}"/>
              </a:ext>
            </a:extLst>
          </p:cNvPr>
          <p:cNvPicPr>
            <a:picLocks noChangeAspect="1"/>
          </p:cNvPicPr>
          <p:nvPr/>
        </p:nvPicPr>
        <p:blipFill>
          <a:blip r:embed="rId2"/>
          <a:stretch>
            <a:fillRect/>
          </a:stretch>
        </p:blipFill>
        <p:spPr>
          <a:xfrm>
            <a:off x="1234439" y="1036320"/>
            <a:ext cx="9387841" cy="5059680"/>
          </a:xfrm>
          <a:prstGeom prst="rect">
            <a:avLst/>
          </a:prstGeom>
        </p:spPr>
      </p:pic>
    </p:spTree>
    <p:extLst>
      <p:ext uri="{BB962C8B-B14F-4D97-AF65-F5344CB8AC3E}">
        <p14:creationId xmlns:p14="http://schemas.microsoft.com/office/powerpoint/2010/main" val="33330780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035BC-08F7-FE65-B3D0-0DEECEBDCD74}"/>
              </a:ext>
            </a:extLst>
          </p:cNvPr>
          <p:cNvPicPr>
            <a:picLocks noChangeAspect="1"/>
          </p:cNvPicPr>
          <p:nvPr/>
        </p:nvPicPr>
        <p:blipFill>
          <a:blip r:embed="rId2"/>
          <a:stretch>
            <a:fillRect/>
          </a:stretch>
        </p:blipFill>
        <p:spPr>
          <a:xfrm>
            <a:off x="1798320" y="1203960"/>
            <a:ext cx="8717280" cy="4663440"/>
          </a:xfrm>
          <a:prstGeom prst="rect">
            <a:avLst/>
          </a:prstGeom>
        </p:spPr>
      </p:pic>
    </p:spTree>
    <p:extLst>
      <p:ext uri="{BB962C8B-B14F-4D97-AF65-F5344CB8AC3E}">
        <p14:creationId xmlns:p14="http://schemas.microsoft.com/office/powerpoint/2010/main" val="142147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AEF6C1-39B8-5C12-0F0A-EBB92D5A7EA9}"/>
              </a:ext>
            </a:extLst>
          </p:cNvPr>
          <p:cNvPicPr>
            <a:picLocks noChangeAspect="1"/>
          </p:cNvPicPr>
          <p:nvPr/>
        </p:nvPicPr>
        <p:blipFill>
          <a:blip r:embed="rId2"/>
          <a:stretch>
            <a:fillRect/>
          </a:stretch>
        </p:blipFill>
        <p:spPr>
          <a:xfrm>
            <a:off x="1356360" y="746761"/>
            <a:ext cx="9143999" cy="5440680"/>
          </a:xfrm>
          <a:prstGeom prst="rect">
            <a:avLst/>
          </a:prstGeom>
        </p:spPr>
      </p:pic>
    </p:spTree>
    <p:extLst>
      <p:ext uri="{BB962C8B-B14F-4D97-AF65-F5344CB8AC3E}">
        <p14:creationId xmlns:p14="http://schemas.microsoft.com/office/powerpoint/2010/main" val="419653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2839C84-C9A0-54C3-1635-44A6646550C9}"/>
              </a:ext>
            </a:extLst>
          </p:cNvPr>
          <p:cNvPicPr>
            <a:picLocks noChangeAspect="1"/>
          </p:cNvPicPr>
          <p:nvPr/>
        </p:nvPicPr>
        <p:blipFill>
          <a:blip r:embed="rId2"/>
          <a:stretch>
            <a:fillRect/>
          </a:stretch>
        </p:blipFill>
        <p:spPr>
          <a:xfrm>
            <a:off x="1737360" y="1013460"/>
            <a:ext cx="8092439" cy="4831079"/>
          </a:xfrm>
          <a:prstGeom prst="rect">
            <a:avLst/>
          </a:prstGeom>
        </p:spPr>
      </p:pic>
    </p:spTree>
    <p:extLst>
      <p:ext uri="{BB962C8B-B14F-4D97-AF65-F5344CB8AC3E}">
        <p14:creationId xmlns:p14="http://schemas.microsoft.com/office/powerpoint/2010/main" val="2245259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2FE8225-32BB-5E79-3DAD-1000A58E9D7B}"/>
              </a:ext>
            </a:extLst>
          </p:cNvPr>
          <p:cNvSpPr txBox="1"/>
          <p:nvPr/>
        </p:nvSpPr>
        <p:spPr>
          <a:xfrm>
            <a:off x="2500313" y="339425"/>
            <a:ext cx="6105524" cy="812723"/>
          </a:xfrm>
          <a:prstGeom prst="rect">
            <a:avLst/>
          </a:prstGeom>
          <a:noFill/>
        </p:spPr>
        <p:txBody>
          <a:bodyPr wrap="square">
            <a:spAutoFit/>
          </a:bodyPr>
          <a:lstStyle/>
          <a:p>
            <a:pPr>
              <a:lnSpc>
                <a:spcPct val="130000"/>
              </a:lnSpc>
              <a:spcBef>
                <a:spcPts val="300"/>
              </a:spcBef>
              <a:spcAft>
                <a:spcPts val="300"/>
              </a:spcAft>
            </a:pPr>
            <a:r>
              <a:rPr lang="en-IN" sz="4000" b="1" u="sng" kern="0" dirty="0">
                <a:effectLst/>
                <a:latin typeface="Times New Roman" panose="02020603050405020304" pitchFamily="18" charset="0"/>
                <a:ea typeface="Times New Roman" panose="02020603050405020304" pitchFamily="18" charset="0"/>
                <a:cs typeface="Times New Roman" panose="02020603050405020304" pitchFamily="18" charset="0"/>
              </a:rPr>
              <a:t>Work Plan / Timeline:</a:t>
            </a:r>
          </a:p>
        </p:txBody>
      </p:sp>
      <p:sp>
        <p:nvSpPr>
          <p:cNvPr id="5" name="TextBox 4">
            <a:extLst>
              <a:ext uri="{FF2B5EF4-FFF2-40B4-BE49-F238E27FC236}">
                <a16:creationId xmlns:a16="http://schemas.microsoft.com/office/drawing/2014/main" id="{F2C325F7-0F3F-E435-FF38-DBDB4180ECD7}"/>
              </a:ext>
            </a:extLst>
          </p:cNvPr>
          <p:cNvSpPr txBox="1"/>
          <p:nvPr/>
        </p:nvSpPr>
        <p:spPr>
          <a:xfrm>
            <a:off x="1071563" y="1654552"/>
            <a:ext cx="6424612" cy="2831544"/>
          </a:xfrm>
          <a:prstGeom prst="rect">
            <a:avLst/>
          </a:prstGeom>
          <a:noFill/>
        </p:spPr>
        <p:txBody>
          <a:bodyPr wrap="square">
            <a:spAutoFit/>
          </a:bodyPr>
          <a:lstStyle/>
          <a:p>
            <a:pPr>
              <a:buFont typeface="Arial" panose="020B0604020202020204" pitchFamily="34" charset="0"/>
              <a:buChar char="•"/>
            </a:pPr>
            <a:r>
              <a:rPr lang="en-US" sz="2000" b="1" dirty="0"/>
              <a:t>Week 1:</a:t>
            </a:r>
            <a:r>
              <a:rPr lang="en-US" sz="2000" dirty="0"/>
              <a:t> Requirement analysis and project planning</a:t>
            </a:r>
          </a:p>
          <a:p>
            <a:pPr>
              <a:buFont typeface="Arial" panose="020B0604020202020204" pitchFamily="34" charset="0"/>
              <a:buChar char="•"/>
            </a:pPr>
            <a:r>
              <a:rPr lang="en-US" sz="2000" b="1" dirty="0"/>
              <a:t>Week 2:</a:t>
            </a:r>
            <a:r>
              <a:rPr lang="en-US" sz="2000" dirty="0"/>
              <a:t> Designing the system and UI layout </a:t>
            </a:r>
          </a:p>
          <a:p>
            <a:pPr>
              <a:buFont typeface="Arial" panose="020B0604020202020204" pitchFamily="34" charset="0"/>
              <a:buChar char="•"/>
            </a:pPr>
            <a:r>
              <a:rPr lang="en-US" sz="2000" b="1" dirty="0"/>
              <a:t>Week 3:</a:t>
            </a:r>
            <a:r>
              <a:rPr lang="en-US" sz="2000" dirty="0"/>
              <a:t> Developing the </a:t>
            </a:r>
            <a:r>
              <a:rPr lang="en-US" sz="2000" dirty="0" err="1"/>
              <a:t>Streamlit</a:t>
            </a:r>
            <a:r>
              <a:rPr lang="en-US" sz="2000" dirty="0"/>
              <a:t> interface </a:t>
            </a:r>
          </a:p>
          <a:p>
            <a:pPr>
              <a:buFont typeface="Arial" panose="020B0604020202020204" pitchFamily="34" charset="0"/>
              <a:buChar char="•"/>
            </a:pPr>
            <a:r>
              <a:rPr lang="en-US" sz="2000" b="1" dirty="0"/>
              <a:t>Week 4:</a:t>
            </a:r>
            <a:r>
              <a:rPr lang="en-US" sz="2000" dirty="0"/>
              <a:t> Integrating AI model (</a:t>
            </a:r>
            <a:r>
              <a:rPr lang="en-US" sz="2000" dirty="0" err="1"/>
              <a:t>Groq</a:t>
            </a:r>
            <a:r>
              <a:rPr lang="en-US" sz="2000" dirty="0"/>
              <a:t> API) </a:t>
            </a:r>
          </a:p>
          <a:p>
            <a:pPr>
              <a:buFont typeface="Arial" panose="020B0604020202020204" pitchFamily="34" charset="0"/>
              <a:buChar char="•"/>
            </a:pPr>
            <a:r>
              <a:rPr lang="en-US" sz="2000" b="1" dirty="0"/>
              <a:t>Week 5:</a:t>
            </a:r>
            <a:r>
              <a:rPr lang="en-US" sz="2000" dirty="0"/>
              <a:t> Implementing code analysis features </a:t>
            </a:r>
          </a:p>
          <a:p>
            <a:pPr>
              <a:buFont typeface="Arial" panose="020B0604020202020204" pitchFamily="34" charset="0"/>
              <a:buChar char="•"/>
            </a:pPr>
            <a:r>
              <a:rPr lang="en-US" sz="2000" b="1" dirty="0"/>
              <a:t>Week 6:</a:t>
            </a:r>
            <a:r>
              <a:rPr lang="en-US" sz="2000" dirty="0"/>
              <a:t> Testing and debugging the application </a:t>
            </a:r>
          </a:p>
          <a:p>
            <a:pPr>
              <a:buFont typeface="Arial" panose="020B0604020202020204" pitchFamily="34" charset="0"/>
              <a:buChar char="•"/>
            </a:pPr>
            <a:r>
              <a:rPr lang="en-US" sz="2000" b="1" dirty="0"/>
              <a:t>Week 7:</a:t>
            </a:r>
            <a:r>
              <a:rPr lang="en-US" sz="2000" dirty="0"/>
              <a:t> Final modifications and improvements </a:t>
            </a:r>
          </a:p>
          <a:p>
            <a:pPr>
              <a:buFont typeface="Arial" panose="020B0604020202020204" pitchFamily="34" charset="0"/>
              <a:buChar char="•"/>
            </a:pPr>
            <a:r>
              <a:rPr lang="en-US" sz="2000" b="1" dirty="0"/>
              <a:t>Week 8:</a:t>
            </a:r>
            <a:r>
              <a:rPr lang="en-US" sz="2000" dirty="0"/>
              <a:t> Documentation and PPT preparation </a:t>
            </a:r>
          </a:p>
          <a:p>
            <a:pPr>
              <a:buNone/>
            </a:pPr>
            <a:endParaRPr lang="en-US" dirty="0"/>
          </a:p>
        </p:txBody>
      </p:sp>
    </p:spTree>
    <p:extLst>
      <p:ext uri="{BB962C8B-B14F-4D97-AF65-F5344CB8AC3E}">
        <p14:creationId xmlns:p14="http://schemas.microsoft.com/office/powerpoint/2010/main" val="299315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EB335E-1B65-D7B6-47CE-855C6509C8EB}"/>
              </a:ext>
            </a:extLst>
          </p:cNvPr>
          <p:cNvSpPr txBox="1"/>
          <p:nvPr/>
        </p:nvSpPr>
        <p:spPr>
          <a:xfrm>
            <a:off x="1066800" y="410646"/>
            <a:ext cx="6105524" cy="769441"/>
          </a:xfrm>
          <a:prstGeom prst="rect">
            <a:avLst/>
          </a:prstGeom>
          <a:noFill/>
        </p:spPr>
        <p:txBody>
          <a:bodyPr wrap="square">
            <a:spAutoFit/>
          </a:bodyPr>
          <a:lstStyle/>
          <a:p>
            <a:r>
              <a:rPr lang="en-IN" sz="4400" b="1" u="sng" dirty="0">
                <a:latin typeface="Times New Roman" panose="02020603050405020304" pitchFamily="18" charset="0"/>
                <a:cs typeface="Times New Roman" panose="02020603050405020304" pitchFamily="18" charset="0"/>
              </a:rPr>
              <a:t>Conclusion:</a:t>
            </a:r>
            <a:endParaRPr lang="en-IN" sz="4400" u="sng" dirty="0"/>
          </a:p>
        </p:txBody>
      </p:sp>
      <p:sp>
        <p:nvSpPr>
          <p:cNvPr id="5" name="TextBox 4">
            <a:extLst>
              <a:ext uri="{FF2B5EF4-FFF2-40B4-BE49-F238E27FC236}">
                <a16:creationId xmlns:a16="http://schemas.microsoft.com/office/drawing/2014/main" id="{A205A9B5-ED3F-D1DC-B0A4-AC134C62D2E8}"/>
              </a:ext>
            </a:extLst>
          </p:cNvPr>
          <p:cNvSpPr txBox="1"/>
          <p:nvPr/>
        </p:nvSpPr>
        <p:spPr>
          <a:xfrm>
            <a:off x="414337" y="1543050"/>
            <a:ext cx="11038910" cy="1754326"/>
          </a:xfrm>
          <a:prstGeom prst="rect">
            <a:avLst/>
          </a:prstGeom>
          <a:noFill/>
        </p:spPr>
        <p:txBody>
          <a:bodyPr wrap="square">
            <a:spAutoFit/>
          </a:bodyPr>
          <a:lstStyle/>
          <a:p>
            <a:pPr>
              <a:buFont typeface="Arial" panose="020B0604020202020204" pitchFamily="34" charset="0"/>
              <a:buChar char="•"/>
            </a:pPr>
            <a:r>
              <a:rPr lang="en-US" dirty="0"/>
              <a:t>The </a:t>
            </a:r>
            <a:r>
              <a:rPr lang="en-US" b="1" dirty="0"/>
              <a:t>AI Code Reviewer</a:t>
            </a:r>
            <a:r>
              <a:rPr lang="en-US" dirty="0"/>
              <a:t> is a simple and effective tool for code analysis. </a:t>
            </a:r>
          </a:p>
          <a:p>
            <a:pPr>
              <a:buFont typeface="Arial" panose="020B0604020202020204" pitchFamily="34" charset="0"/>
              <a:buChar char="•"/>
            </a:pPr>
            <a:r>
              <a:rPr lang="en-US" dirty="0"/>
              <a:t>It helps users </a:t>
            </a:r>
            <a:r>
              <a:rPr lang="en-US" b="1" dirty="0"/>
              <a:t>detect errors and improve code quality</a:t>
            </a:r>
            <a:r>
              <a:rPr lang="en-US" dirty="0"/>
              <a:t>. </a:t>
            </a:r>
          </a:p>
          <a:p>
            <a:pPr>
              <a:buFont typeface="Arial" panose="020B0604020202020204" pitchFamily="34" charset="0"/>
              <a:buChar char="•"/>
            </a:pPr>
            <a:r>
              <a:rPr lang="en-US" dirty="0"/>
              <a:t>The system provides </a:t>
            </a:r>
            <a:r>
              <a:rPr lang="en-US" b="1" dirty="0"/>
              <a:t>instant feedback, suggestions, and rating</a:t>
            </a:r>
            <a:r>
              <a:rPr lang="en-US" dirty="0"/>
              <a:t>. </a:t>
            </a:r>
          </a:p>
          <a:p>
            <a:pPr>
              <a:buFont typeface="Arial" panose="020B0604020202020204" pitchFamily="34" charset="0"/>
              <a:buChar char="•"/>
            </a:pPr>
            <a:r>
              <a:rPr lang="en-US" dirty="0"/>
              <a:t>It is </a:t>
            </a:r>
            <a:r>
              <a:rPr lang="en-US" b="1" dirty="0"/>
              <a:t>easy to use</a:t>
            </a:r>
            <a:r>
              <a:rPr lang="en-US" dirty="0"/>
              <a:t> and does not require complex setup. </a:t>
            </a:r>
          </a:p>
          <a:p>
            <a:pPr>
              <a:buFont typeface="Arial" panose="020B0604020202020204" pitchFamily="34" charset="0"/>
              <a:buChar char="•"/>
            </a:pPr>
            <a:r>
              <a:rPr lang="en-US" dirty="0"/>
              <a:t>The project enhances </a:t>
            </a:r>
            <a:r>
              <a:rPr lang="en-US" b="1" dirty="0"/>
              <a:t>learning and coding skills</a:t>
            </a:r>
            <a:r>
              <a:rPr lang="en-US" dirty="0"/>
              <a:t> of students. </a:t>
            </a:r>
          </a:p>
          <a:p>
            <a:pPr>
              <a:buFont typeface="Arial" panose="020B0604020202020204" pitchFamily="34" charset="0"/>
              <a:buChar char="•"/>
            </a:pPr>
            <a:r>
              <a:rPr lang="en-US" dirty="0"/>
              <a:t>It can be further improved with </a:t>
            </a:r>
            <a:r>
              <a:rPr lang="en-US" b="1" dirty="0"/>
              <a:t>advanced AI features</a:t>
            </a:r>
            <a:r>
              <a:rPr lang="en-US" dirty="0"/>
              <a:t> in the future. </a:t>
            </a:r>
          </a:p>
        </p:txBody>
      </p:sp>
      <p:pic>
        <p:nvPicPr>
          <p:cNvPr id="4098" name="Picture 2" descr="Happy student takes online courses on coding, IT distant education concept, hand drawn composition with certificate on digital profession, man shows thumb up">
            <a:extLst>
              <a:ext uri="{FF2B5EF4-FFF2-40B4-BE49-F238E27FC236}">
                <a16:creationId xmlns:a16="http://schemas.microsoft.com/office/drawing/2014/main" id="{BC205576-4797-481C-B586-E3D089AAE7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6088" y="3560625"/>
            <a:ext cx="4257325" cy="291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219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0163B8-B185-DB48-B4CA-812784760127}"/>
              </a:ext>
            </a:extLst>
          </p:cNvPr>
          <p:cNvSpPr txBox="1"/>
          <p:nvPr/>
        </p:nvSpPr>
        <p:spPr>
          <a:xfrm>
            <a:off x="3042834" y="2535286"/>
            <a:ext cx="6106332" cy="1569660"/>
          </a:xfrm>
          <a:prstGeom prst="rect">
            <a:avLst/>
          </a:prstGeom>
          <a:noFill/>
        </p:spPr>
        <p:txBody>
          <a:bodyPr wrap="square">
            <a:spAutoFit/>
          </a:bodyPr>
          <a:lstStyle/>
          <a:p>
            <a:pPr algn="ctr"/>
            <a:r>
              <a:rPr lang="en-US" sz="9600" dirty="0">
                <a:solidFill>
                  <a:schemeClr val="accent2"/>
                </a:solidFill>
              </a:rPr>
              <a:t>Thank You </a:t>
            </a:r>
          </a:p>
        </p:txBody>
      </p:sp>
    </p:spTree>
    <p:extLst>
      <p:ext uri="{BB962C8B-B14F-4D97-AF65-F5344CB8AC3E}">
        <p14:creationId xmlns:p14="http://schemas.microsoft.com/office/powerpoint/2010/main" val="160387808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557</TotalTime>
  <Words>572</Words>
  <Application>Microsoft Office PowerPoint</Application>
  <PresentationFormat>Widescreen</PresentationFormat>
  <Paragraphs>62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Rockwell</vt:lpstr>
      <vt:lpstr>Times New Roman</vt:lpstr>
      <vt:lpstr>Trebuchet MS</vt:lpstr>
      <vt:lpstr>Wingdings 3</vt:lpstr>
      <vt:lpstr>Facet</vt:lpstr>
      <vt:lpstr>AI CODE REVIEWER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Mani Kumar</dc:creator>
  <cp:lastModifiedBy>Mani Kumar</cp:lastModifiedBy>
  <cp:revision>1</cp:revision>
  <dcterms:created xsi:type="dcterms:W3CDTF">2026-03-22T05:47:23Z</dcterms:created>
  <dcterms:modified xsi:type="dcterms:W3CDTF">2026-03-22T15:04:30Z</dcterms:modified>
</cp:coreProperties>
</file>